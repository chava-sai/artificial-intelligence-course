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13. Yesterday's final challenge subtracted a 3-element row from a 3x3 array and it simply worked. Nobody asked why. Today is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running yesterday's D2 cell and asking the question. Let them sit with it for a moment before naming broadcasting.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Broadcasting is the conceptual core. Do not let sections 3 and 4 eat its time - they are largely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bias-vector example lands well for anyone who has seen a neural network diagram. Same rule, four modules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math vs np distinction matters: math.sqrt on an array raises TypeError. Once they import numpy they should reach for np.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these on the board aligned right. The visual alignment is what makes the rule click - a list of sentences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'pale rows are not real' point is worth labouring - students often picture a physical copy and then worry about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say the error out loud: 'three by four, against three'. Reading it aloud forces the right-alignment.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ddof is worth 30 seconds now so it is not a surprise in Module 2. pandas defaults the other way, to ddof=1 - mention that when you get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Connecting any/all back to yesterday's ambiguous-truth-value error closes a loop students will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5 is the subtle one - passing axis positionally is legal, so the mistake produces a plausible wrong answer rather than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three proof lines. Showing means of exactly 0 and stds of exactly 1 is far more convincing than claiming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no-loops rule is the point of the practice session. Enforce it - it is what converts knowledge into instinct.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twelve lines aloud. Tomorrow is the last NumPy day before pandas, and it leans directly on today's axis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 ·  MODULE 1  ·  TOPIC 1.12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Broadcasting &amp;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Vectorised Operations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 —  why the loop disappears entirely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live 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to remember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13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THE OPEN 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Yesterday's last challenge — why did this work?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2377440"/>
          </a:xfrm>
          <a:prstGeom prst="roundRect">
            <a:avLst>
              <a:gd name="adj" fmla="val 3462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5532120" cy="1600200"/>
          </a:xfrm>
          <a:prstGeom prst="roundRect">
            <a:avLst>
              <a:gd name="adj" fmla="val 4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20293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   = np.array([[10., 200., 3000.],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[20., 400., 1000.],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[30., 600., 2000.]])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col_min = data.min(axis=0)     # shape (3,)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  = (data - col_min) / (col_max - col_min)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493008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(3, 3).  col_min is (3,).  Different shapes — and yet no error.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1572768"/>
            <a:ext cx="47548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114032" y="171907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quick questions first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114032" y="21031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arr[1:3] a copy?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3042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— a view.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2542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m[:, 0] — row or column?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7432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Column.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298094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&amp; and not and?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1821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and needs one True/False.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34198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axis=0 collapse?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6210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rows.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42611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has a name: broadcasting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590288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stretched the 3-element row across all three rows of the array, without ever copying it. That is the mechanism behind every operation you did yesterday — marks * 2, marks &gt;= 40, and the scaling above. Today we make the rule explicit, so you can predict when it will work and read the error when it does not.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operations and ufuncs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rules, and reading the error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mean, std — and axis again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logic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clip, any, all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build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 dataset two ways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is two rules and one error message. Learn to read that error and NumPy stops being mysterious.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loop over numbers with a single expression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whether two shapes will combine — before you run 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broadcast error and know which axis is wrong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90888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along an axis, and scale a real dataset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session that pays off later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937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is not a NumPy curiosity — it is how pandas subtracts a column mean from a DataFrame, how scikit-learn scales features, and how every neural network adds a bias vector to a batch of inputs. The shapes get bigger; the rule stays exactly the same.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Vectorisation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disappears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arithmetic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and logic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functions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ELEMENT-WISE ARITHMETIC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operator works element by element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3])        b = np.array([10, 20, 30])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214884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1488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20824" y="214884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0824" y="21488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52928" y="214884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52928" y="21488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148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06240" y="214884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21488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38344" y="214884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38344" y="21488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70448" y="214884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70448" y="21488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148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23760" y="214884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21488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55864" y="214884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55864" y="21488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87968" y="214884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87968" y="21488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2670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by position. No loop, no index.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88720" y="3017520"/>
            <a:ext cx="9692640" cy="594360"/>
          </a:xfrm>
          <a:prstGeom prst="roundRect">
            <a:avLst>
              <a:gd name="adj" fmla="val 10769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53312" y="3127248"/>
            <a:ext cx="93634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   a - b    a * b    a / b    a ** 2    a % 2       and also:  a &gt; 2    a == 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04672" y="403250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 * b is NOT matrix multiplication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804672" y="4389120"/>
            <a:ext cx="4983480" cy="914400"/>
          </a:xfrm>
          <a:prstGeom prst="roundRect">
            <a:avLst>
              <a:gd name="adj" fmla="val 7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9264" y="4498848"/>
            <a:ext cx="4654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b    -&gt;  [10 40 90]     element-wise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b    -&gt;  140            dot product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*  multiplies matching positions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@  is the matrix operator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" y="54132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 @ in Module 4. Until then, * is what you want.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3886200"/>
            <a:ext cx="5303520" cy="1965960"/>
          </a:xfrm>
          <a:prstGeom prst="roundRect">
            <a:avLst>
              <a:gd name="adj" fmla="val 4186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565392" y="403250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functions (ufuncs)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565392" y="4389120"/>
            <a:ext cx="4800600" cy="1234440"/>
          </a:xfrm>
          <a:prstGeom prst="roundRect">
            <a:avLst>
              <a:gd name="adj" fmla="val 51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29984" y="4498848"/>
            <a:ext cx="44714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np.sqrt([1, 4, 9])   -&gt;  [1. 2. 3.]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np.exp   np.log    np.log10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np.sin   np.cos    np.abs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np.round(x, 2)     np.floor   np.ceil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math.sqrt(arr) FAILS - it wants one number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rules, one error message  ·  30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scalar case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error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column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THE RULE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Broadcasting — the two rules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the shapes up from the RIGHT. Two dimensions are compatible when they are equal, or one of them is 1.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03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shorter array is padded on the LEFT with 1s until both have the same number of dimensions. Wherever a dimension is 1, that array is stretched to match — without ever being copied in memory.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6424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310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— align right, then compare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639312"/>
            <a:ext cx="10515600" cy="2103120"/>
          </a:xfrm>
          <a:prstGeom prst="roundRect">
            <a:avLst>
              <a:gd name="adj" fmla="val 3043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3749040"/>
            <a:ext cx="1018641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(3, 4)        (3, 4)        (3, 4)        (3, 1)        (3, 4)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(4,)          (3,)       (3, 1)          (1, 4)        scalar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--------      --------      --------      --------      --------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(3, 4)  OK    ERROR         (3, 4)  OK    (3, 4)  OK    (3, 4)  OK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4 vs 3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the last column first:  4 vs 4 fine  ·  4 vs 3 clash  ·  4 vs 1 stretch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THE PICTURE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“stretching” actually looks like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(3, 3)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204825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048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92224" y="204825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92224" y="2048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0048" y="204825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0048" y="2048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4871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4871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92224" y="24871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92224" y="24871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70048" y="24871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70048" y="24871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292608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92224" y="292608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92224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70048" y="292608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70048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2377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251960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col_min (3,)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51960" y="204825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51960" y="2048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9784" y="204825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29784" y="2048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07608" y="204825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07608" y="2048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251960" y="2505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stretched down 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51960" y="274320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7E0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51960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9784" y="274320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7E0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29784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07608" y="274320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7E0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07608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51960" y="3182112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7E0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51960" y="31821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9784" y="3182112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7E0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29784" y="31821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07608" y="3182112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7E0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07608" y="31821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086600" y="2377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7589520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(3, 3)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589520" y="204825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0" y="2048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67344" y="204825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467344" y="2048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345168" y="204825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345168" y="2048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589520" y="24871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589520" y="24871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467344" y="24871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467344" y="24871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345168" y="24871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345168" y="24871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589520" y="292608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589520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467344" y="292608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467344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345168" y="292608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345168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822960" y="3840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pale rows are not real. NumPy never builds them — it just reads the same three numbers again for each row.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545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8" name="Text 66"/>
          <p:cNvSpPr txBox="1"/>
          <p:nvPr/>
        </p:nvSpPr>
        <p:spPr>
          <a:xfrm>
            <a:off x="868680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broadcasting is free</a:t>
            </a:r>
            <a:endParaRPr lang="en-US" sz="1450" dirty="0"/>
          </a:p>
        </p:txBody>
      </p:sp>
      <p:sp>
        <p:nvSpPr>
          <p:cNvPr id="69" name="Text 67"/>
          <p:cNvSpPr txBox="1"/>
          <p:nvPr/>
        </p:nvSpPr>
        <p:spPr>
          <a:xfrm>
            <a:off x="868680" y="482803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a column mean from a million-row table does not create a million copies of the mean. NumPy walks the big array and re-reads the small one, so the memory cost is zero and the speed is the same as any other element-wise operation. Writing the loop yourself would be both slower and larger.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DIAGNOSIS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fails — and how to read the error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2606040"/>
          </a:xfrm>
          <a:prstGeom prst="roundRect">
            <a:avLst>
              <a:gd name="adj" fmla="val 3158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you will meet most often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5532120" cy="1417320"/>
          </a:xfrm>
          <a:prstGeom prst="roundRect">
            <a:avLst>
              <a:gd name="adj" fmla="val 451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520293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np.ones((3, 4))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np.ones(3)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ValueError: operands could not be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 together with shapes (3,4) (3,)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61188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both shapes. Align them from the right: 4 against 3. Neither is 1, so they clash.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572768"/>
            <a:ext cx="4754880" cy="2606040"/>
          </a:xfrm>
          <a:prstGeom prst="roundRect">
            <a:avLst>
              <a:gd name="adj" fmla="val 3158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14032" y="171907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say which axis you meant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114032" y="2103120"/>
            <a:ext cx="4526280" cy="1417320"/>
          </a:xfrm>
          <a:prstGeom prst="roundRect">
            <a:avLst>
              <a:gd name="adj" fmla="val 451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78624" y="2212848"/>
            <a:ext cx="419709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b.reshape(-1, 1)     shape (3, 1)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b[:, np.newaxis]     the same thing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b[:, None]           shorthand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b.reshape(-1, 1)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works: (3,4) + (3,1)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114032" y="3611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(3,) is a ROW by default. Making it (3,1) declares it a column.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453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three-step debug, every time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4846320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882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both .shape values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4846320"/>
            <a:ext cx="365760" cy="36576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348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882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them from the right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01000" y="4846320"/>
            <a:ext cx="365760" cy="365760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0100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4882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which one should be stretched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53218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shape error in NumPy, pandas and scikit-learn is solved by those three steps. The message always names both shapes — most of the work is just reading it carefully.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Collapsing an axis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mean, min, max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rule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argmin &amp; argmax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and ddof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COLLAPSING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— the axis you name disappears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 2, 3], [4, 5, 6]])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2103120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2103120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33472" y="2103120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3472" y="2103120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6704" y="2103120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46704" y="2103120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20240" y="2569464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20240" y="2569464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33472" y="2569464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33472" y="2569464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46704" y="2569464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46704" y="2569464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9424" y="2999232"/>
            <a:ext cx="0" cy="274320"/>
          </a:xfrm>
          <a:prstGeom prst="line">
            <a:avLst/>
          </a:prstGeom>
          <a:noFill/>
          <a:ln w="25400">
            <a:solidFill>
              <a:srgbClr val="E8674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962656" y="2999232"/>
            <a:ext cx="0" cy="274320"/>
          </a:xfrm>
          <a:prstGeom prst="line">
            <a:avLst/>
          </a:prstGeom>
          <a:noFill/>
          <a:ln w="25400">
            <a:solidFill>
              <a:srgbClr val="E8674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75888" y="2999232"/>
            <a:ext cx="0" cy="274320"/>
          </a:xfrm>
          <a:prstGeom prst="line">
            <a:avLst/>
          </a:prstGeom>
          <a:noFill/>
          <a:ln w="25400">
            <a:solidFill>
              <a:srgbClr val="E8674C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1920240" y="3310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axis=0  ↓  [5 7 9]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60520" y="2304288"/>
            <a:ext cx="320040" cy="0"/>
          </a:xfrm>
          <a:prstGeom prst="line">
            <a:avLst/>
          </a:prstGeom>
          <a:noFill/>
          <a:ln w="25400">
            <a:solidFill>
              <a:srgbClr val="2FA9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60520" y="2770632"/>
            <a:ext cx="320040" cy="0"/>
          </a:xfrm>
          <a:prstGeom prst="line">
            <a:avLst/>
          </a:prstGeom>
          <a:noFill/>
          <a:ln w="25400">
            <a:solidFill>
              <a:srgbClr val="2FA98C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572000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axis=1  →  [6 15]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" y="3657600"/>
            <a:ext cx="5532120" cy="594360"/>
          </a:xfrm>
          <a:prstGeom prst="roundRect">
            <a:avLst>
              <a:gd name="adj" fmla="val 10769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9264" y="3767328"/>
            <a:ext cx="52029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m.sum()  -&gt; 21        no axis: everything, one number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0" y="1572768"/>
            <a:ext cx="475488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114032" y="171907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removes the confusion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14032" y="2103120"/>
            <a:ext cx="4526280" cy="1143000"/>
          </a:xfrm>
          <a:prstGeom prst="roundRect">
            <a:avLst>
              <a:gd name="adj" fmla="val 56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78624" y="2212848"/>
            <a:ext cx="41970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m.shape            (2, 3)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m.sum(axis=0).shape   (3,)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m.sum(axis=1).shape   (2,)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114032" y="336499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you NAME is the one that vanishes from the shape. axis=0 removes the rows, leaving one value per column. Forget “rows” and “columns” — look at what disappears from the shape and you will never get it backwards.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6035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04672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functions you will use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04672" y="4864608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9264" y="4974336"/>
            <a:ext cx="52029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  mean   min   max   std   var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  argmax    the POSITION, not the value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cumsum  cumprod   running totals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4434840"/>
            <a:ext cx="4754880" cy="1417320"/>
          </a:xfrm>
          <a:prstGeom prst="roundRect">
            <a:avLst>
              <a:gd name="adj" fmla="val 5806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114032" y="4572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std defaults to the POPULATION formula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114032" y="4864608"/>
            <a:ext cx="4526280" cy="566928"/>
          </a:xfrm>
          <a:prstGeom prst="roundRect">
            <a:avLst>
              <a:gd name="adj" fmla="val 1129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78624" y="4974336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arr.std()          divides by 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arr.std(ddof=1)    divides by n-1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114032" y="55046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will care about this difference.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Vectorised Logic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without a loop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np.clip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&amp; all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where, clip, any, 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logic, applied to a whole array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 — a vectorised if/else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52029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np.array([88, 35, 71, 22, 64])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np.where(marks &gt;= 40, "pass", "fail")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['pass' 'fail' 'pass' 'fail' 'pass']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np.where(condition, if_true, if_false)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6616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6's  “A if cond else B” , applied to every element. Like that one, nothing is dropped — the result is always the same length as the input.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572768"/>
            <a:ext cx="4754880" cy="2468880"/>
          </a:xfrm>
          <a:prstGeom prst="roundRect">
            <a:avLst>
              <a:gd name="adj" fmla="val 333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14032" y="171907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np.clip — squeeze into a range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114032" y="2103120"/>
            <a:ext cx="452628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78624" y="2212848"/>
            <a:ext cx="41970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np.clip(marks, 40, 80)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[80 40 71 40 64]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88 came down to 80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35 and 22 came up to 40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71 and 64 were already inside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114032" y="3566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capping outliers — which is Day 20's topic.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3068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and all — collapsing a mask to one answer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4617720"/>
            <a:ext cx="521208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3272" y="4727448"/>
            <a:ext cx="48828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(marks &gt; 90).any()   -&gt;  False    is ANY above 90?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(marks &gt; 20).all()   -&gt;  True     are ALL above 20?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(marks &lt; 40).sum()   -&gt;  2        how many fail?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59943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what you use inside an if statement. A raw mask cannot go there — that is what yesterday's “truth value is ambiguous” error was telling you. any() and all() turn the whole array into the single True or False that if needs.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broadcasting bugs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840480"/>
                <a:gridCol w="31089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(3,4) + (3,)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 — 4 against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b.reshape(-1, 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* b  for a dot product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element-wise, wrong 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@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math.sqrt(arr)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 — wants one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np.sqrt(arr)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marks &gt; 40: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ValueError: truth value ambiguous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(marks &gt; 40).any()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arr.mean(0)  meaning rows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one value per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named axis disappears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argmax expecting a value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returns the POSITION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arr[arr.argmax()]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arr.std()  as sample std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divides by n, not n-1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arr.std(ddof=1)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np.where(cond, 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 — needs three arguments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np.where(cond, a, b)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is the one you will hit today. Print both shapes, align them from the right. All eight are in the practice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scaling a dataset two 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931920"/>
          </a:xfrm>
          <a:prstGeom prst="roundRect">
            <a:avLst>
              <a:gd name="adj" fmla="val 162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3 samples, 3 features - on wildly different scales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np.array([[10., 200., 3000.],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[20., 400., 1000.],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[30., 600., 2000.]])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---- 1. Min-max scaling: squeeze every column into 0-1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col_min = data.min(axis=0)          # (3,) one per column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col_max = data.max(axis=0)          # (3,)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  = (data - col_min) / (col_max - col_min)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---- 2. Standardisation: mean 0, standard deviation 1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col_mean = data.mean(axis=0)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col_std  = data.std(axis=0)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(data - col_mean) / col_std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print("min-max:\n", minmax)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print("z-score:\n", z.round(3))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proof it worked, without a single loop: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print("minmax range :", minmax.min(), minmax.max())   # 0.0 1.0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print("z means      :", z.mean(axis=0).round(10))     # [0. 0. 0.]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print("z stds       :", z.std(axis=0).round(10))      # [1. 1. 1.]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67335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609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Broadcasting, twice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8288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(3,3) minus (3,) in both formulas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14884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24942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1854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4048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per column, as always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724912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2825496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27614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loops at all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29809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numbers, one expression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300984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401568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3375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35570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0-1 range, keeps the shape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3877056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3977640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3913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1330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0, std 1, handles outliers better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445312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455371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4489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assumed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47091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three lines prove 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502920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62088" y="512978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90688" y="50657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meet these again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2852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and StandardScaler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984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lines are the whole of feature scaling. In Module 3 scikit-learn does it for you — and now you know exactly what it is doing.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Shapes, broadcasting, axis, where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62656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clash, dot product, ambiguous if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86784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9709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normalise, aggregate, label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grades, a distance matrix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20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91640"/>
            <a:ext cx="3200400" cy="2971800"/>
          </a:xfrm>
          <a:prstGeom prst="roundRect">
            <a:avLst>
              <a:gd name="adj" fmla="val 276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Day13_Practice_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both .shape values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them from the right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no loops today. If you reach for  for i in range(len(arr))  , stop and ask what the whole-array version would be.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works element by element, with no loop.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* b multiplies positions; a @ b is the dot product.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np.sqrt, not math.sqrt — math wants one number.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BROADCASTING: align the shapes from the RIGHT.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dimensions fit if equal, or if one of them is 1.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shorter shape is padded on the LEFT with 1s.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copied — the small array is simply re-read.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(3,) is a row. Use reshape(-1, 1) to make a column.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shape error: print both shapes, align right.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you name is the one that disappears.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gives a POSITION; std defaults to ddof=0.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 is if/else; any() and all() feed an if.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a 10x4 random array and prove each column has mean 0  ·  Build a 10x10 multiplication table with broadcasting and no loops  ·  Write down three shape pairs that will NOT broadcast, and why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1.13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statistical functions:  mean, median, percentile, correlation — and handling missing values with nan-aware functions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13 - Broadcasting &amp; Vectorised Operations</dc:title>
  <dc:subject>PptxGenJS Presentation</dc:subject>
  <dc:creator>Data Science Program</dc:creator>
  <cp:lastModifiedBy>Data Science Program</cp:lastModifiedBy>
  <cp:revision>1</cp:revision>
  <dcterms:created xsi:type="dcterms:W3CDTF">2026-09-19T04:16:30Z</dcterms:created>
  <dcterms:modified xsi:type="dcterms:W3CDTF">2026-09-19T04:16:30Z</dcterms:modified>
</cp:coreProperties>
</file>