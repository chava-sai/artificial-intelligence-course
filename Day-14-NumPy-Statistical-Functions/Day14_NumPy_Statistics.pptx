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14, the last NumPy session. Two themes: summarising data honestly, and the fact that real data has holes in it. The nan section is the one that matters most - it is the first time missing data appears in this course, and it will not be the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warm-up to five minutes. The axis rule gets used constantly today, so it is worth confirming it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data is the section that transfers directly into pandas next week. Protect its 30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matters. Students treat any printed number as fact. The mean-vs-median slide next makes it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salary example is worth running live. 110 versus 32.5 from one changed number makes the point better than any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assume every stats function must exist in NumPy. Explaining WHY mode is absent teaches something about library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ddof inconsistency is genuinely confusing and students WILL hit it. Naming it now saves an hour of confusion in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np.quantile is the same function taking 0-1 instead of 0-100. Mention it exists; do not dwell.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'unknown cannot equal unknown' explanation is the one that makes nan != nan feel reasonable rather than arbitrary.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nansum-of-all-nan returning 0.0 is a genuine production bug source. Make them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'IDs printing as 1.0' symptom is one they will meet in pandas within two weeks. Planting it now makes it recognisable.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caveats matter and both get violated constantly in real reports. The ice cream example is old but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3 is the most dangerous because it produces a number rather than an error. Zero and missing look identical downstream.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two weeks pandas gives them .describe() which does most of this. Point out that it does NOT print the count of missing by default - which is why knowing what a summary should contain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Enforcing the count rule in practice builds a habit that survives into their project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NumPy is done. Tell them tomorrow's DataFrame is NumPy arrays with labels attached - everything from the last three days still applies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1.13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Statistical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 —  describing data, and coping when it is missing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that breaks sums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14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13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(3,4) and (3,) broadcast?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Align right: 4 against 3.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make a (3,) a column?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151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reshape(-1, 1)  — or  [:, None].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m.sum(axis=0) on a (2,3) — shape?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 — the named axis disappears.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* b or a @ b for a dot product?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@ b.  The * is element-wise.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argmax return?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138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position, not the value.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last NumPy day. Everything here leans on yesterday's axis rule.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— and why they differ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std, var, percentiles, IQR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nan, and the nan-aware functions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and covariance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report of a messy dataset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gets the most time. One missing value silently turns an entire average into nan.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dataset's centre and spread, and pick the right measure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percentiles and the IQR to find where a value sits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missing values and compute around them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two variables move together — and not over-claim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about this session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today returns a number, and a number always looks authoritative. An average computed over data you have not examined can be confidently, precisely wrong — one outlier, or one missing value handled carelessly, is enough. Today is as much about knowing which summary to trust as about how to compute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average, and when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differ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np.mode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CENTRE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mean is not always the average you want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salaries, in thousands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103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12264" y="21031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12264" y="2103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21031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18688" y="2103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21031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25112" y="2103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31536" y="21031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31536" y="2103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1031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103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6517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one outlier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2103120"/>
            <a:ext cx="365760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45552" y="2212848"/>
            <a:ext cx="33284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 -&gt;  110.17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-&gt;   32.50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people earn about 32.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mean describes nobody.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063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uses every value, so one extreme number drags it a long way. The median only cares about the middle position, so it barely moves.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4672" y="412394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to use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80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data, no extremes → mean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data, or outliers → median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BOTH when they disagree — the gap is itself information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65392" y="412394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565392" y="4480560"/>
            <a:ext cx="480060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9984" y="4590288"/>
            <a:ext cx="4471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  = np.array([88., 71., 64.])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np.array([0.5, 0.3, 0.2])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np.average(marks, weights=weights)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78.1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65392" y="555955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np.average takes weights; np.mean does not.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THE MISSING FUNCTION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np.mode — here is why, and what to 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np.mode does not exist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np.mode(x)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AttributeError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9260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a numerical array library, not a statistics package. The mode is awkward to define — a dataset can have two modes, or none at all — so NumPy leaves it out rather than guessing what you want.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from np.unique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508760"/>
          </a:xfrm>
          <a:prstGeom prst="roundRect">
            <a:avLst>
              <a:gd name="adj" fmla="val 424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np.array([3, 1, 4, 1, 5, 1, 4])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vals, counts = np.unique(x, return_counts=True)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vals   [1 3 4 5]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counts [3 1 2 1]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vals[counts.argmax()]   -&gt;  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675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13's argmax, giving the position of the largest count.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352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np.unique is worth knowing for its own sake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663440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773168"/>
            <a:ext cx="48828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np.unique(x)                    sorted, duplicates gone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np.unique(x, return_counts=True)   a frequency table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len(np.unique(x))               how many distinct values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4515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Day 4's set, but sorted and countable — and it is how you check the distinct values in a column before trusting it. In two weeks pandas gives you  value_counts() , which does exactly this and returns it already sorted by frequency.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scattered is it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&amp; var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ddof, again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VARIANCE &amp; STD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— two datasets with the same mean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average 50. They are not the same data.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21488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03704" y="21488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03704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1488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72968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42232" y="21488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42232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11496" y="21488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11496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 1.41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697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26974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03704" y="26974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03704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6974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72968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42232" y="26974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42232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11496" y="26974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11496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28.28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214884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36992" y="2258568"/>
            <a:ext cx="32369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 =  std ** 2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 =  in the SAME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units as the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04672" y="394106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NumPy is inconsistent about ddof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4672" y="4297680"/>
            <a:ext cx="49834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9264" y="4407408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arr.std()        ddof=0   divides by 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arr.var()        ddof=0   divides by 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np.cov(a, b)     ddof=1   divides by n-1  !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04672" y="537667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and var default to the population formula, but cov defaults to the sample one. That is NumPy's own inconsistency, not a typo. pandas defaults everything to ddof=1.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79476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565392" y="39410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quickly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65392" y="4297680"/>
            <a:ext cx="480060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29984" y="4407408"/>
            <a:ext cx="4471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arr.max() - arr.min()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np.ptp(arr)        the same thing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'peak to peak'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65392" y="53766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uses only two values, so a single outlier defines it completely. The IQR on the next slide is the robust alternative.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PERCENTILES &amp; IQR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Percentiles — where does a value sit?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np.arange(1, 11)          the numbers 1 to 10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47088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47088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88336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9584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9584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0832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70832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3328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53328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94576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94576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35824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35824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77072" y="2121408"/>
            <a:ext cx="786384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77072" y="2121408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70048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5943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np.percentile(a, 25)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3.25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a quarter of the data is below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np.percentile(a, 50)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median, exactly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np.percentile(a, 75)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7.75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— three quarters below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48640" y="40233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04672" y="416966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— the robust measure of spread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4672" y="4526280"/>
            <a:ext cx="498348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" y="4636008"/>
            <a:ext cx="46542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q3 = np.percentile(a, [25, 75])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        -&gt;  4.5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the spread of the MIDDLE HALF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04672" y="54681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sit outside it by definition, so they cannot distort it.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09360" y="40233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565392" y="41696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meet this again on Day 20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565392" y="4526280"/>
            <a:ext cx="480060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729984" y="4636008"/>
            <a:ext cx="4471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q1 - 1.5 * iqr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= q3 + 1.5 * iqr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565392" y="53218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outside those two bounds is the standard definition of an outlier — and it is exactly what draws the whiskers on a box plot. Two lines of arithmetic you already understand.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encounter with nan  ·  30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nan 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spreads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nan-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MISSING DATA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 — the value that is not a value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84832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cell in a CSV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question nobody answered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that failed for an hour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 , or the log of a negative number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3383280"/>
            <a:ext cx="4983480" cy="685800"/>
          </a:xfrm>
          <a:prstGeom prst="roundRect">
            <a:avLst>
              <a:gd name="adj" fmla="val 9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3493008"/>
            <a:ext cx="4654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np.array([1., 2., np.nan, 4.])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d.dtype   -&gt;  float64    always a float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606040"/>
          </a:xfrm>
          <a:prstGeom prst="roundRect">
            <a:avLst>
              <a:gd name="adj" fmla="val 3158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nan is not equal to itself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084832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194560"/>
            <a:ext cx="44714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 == np.nan    -&gt;  False  (!)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== np.nan         -&gt;  all False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np.isnan(d)  -&gt;  [F F True F]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2461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“Unknown” cannot equal “unknown” — you do not know whether the two missing values were the same. So == never finds a nan. You must use np.isnan.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One nan poisons the whole calculation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809744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919472"/>
            <a:ext cx="4882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np.array([1., 2., np.nan, 4.])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d.sum()    -&gt;  nan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d.mean()   -&gt;  nan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d.max()    -&gt;  nan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91456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arithmetic touching a nan produces a nan, so a single missing value turns an entire summary into nan. That is deliberate: NumPy refuses to quietly invent an answer. Your job is to decide what should happen instead.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THE nan-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compute around a nan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560320"/>
          </a:xfrm>
          <a:prstGeom prst="roundRect">
            <a:avLst>
              <a:gd name="adj" fmla="val 321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nan-aware functions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np.array([1., 2., np.nan, 4.])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np.nanmean(d)    -&gt;  2.333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np.nanmedian(d)  -&gt;  2.0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np.nansum(d)     -&gt;  7.0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np.nanstd(d)     -&gt;  1.247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np.nanmin  nanmax  nanpercentile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84048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skips the nans and works with what is left.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 them out yourself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d[~np.isnan(d)]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        -&gt;  [1. 2. 4.]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clean.mean()  -&gt;  2.333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~ is 'not' — Day 12's boolean mask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Same answer, and you can see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exactly what was removed.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8404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this when you want to report how many values you dropped.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4439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Two edge cases that will surprise you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75488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864608"/>
            <a:ext cx="4882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all_nan = np.array([np.nan, np.nan])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np.nansum(all_nan)   -&gt;  0.0    (!)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np.nanmean(all_nan)  -&gt;  nan + a warning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365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 of nothing is defined as 0, so nansum reports 0.0 for a column that is entirely missing — a real zero and a missing column look identical in your output. Always report the COUNT alongside any nan-aware summary.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DETECTION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and counting what is missing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lines to run on any new dataset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52029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np.isnan(d).sum()          how many missing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np.isnan(d).any()          any at all?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np.isnan(d).mean()         the PROPORTION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np.isnan(m).sum(axis=0)    per column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0332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isnan returns a boolean array, so every Day 12 and Day 13 trick applies: sum counts them, any asks the yes/no question, and mean gives the fraction because True counts as 1.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1572768"/>
            <a:ext cx="4754880" cy="2560320"/>
          </a:xfrm>
          <a:prstGeom prst="roundRect">
            <a:avLst>
              <a:gd name="adj" fmla="val 321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14032" y="17190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decide — and say so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84832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rows — fine if few, dangerous if many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with the mean or median — keeps the row, distorts the spread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them and use nan-aware functions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you choose, record how many there were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4439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Integer arrays cannot hold nan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754880"/>
            <a:ext cx="5212080" cy="822960"/>
          </a:xfrm>
          <a:prstGeom prst="roundRect">
            <a:avLst>
              <a:gd name="adj" fmla="val 777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3272" y="4864608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 2, np.nan])          dtype float64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 2, np.nan], dtype=int)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ValueError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7365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is a floating-point value — there is no integer bit pattern for “missing”. So the moment a column contains one nan, the whole column becomes float. If your integer IDs suddenly print as 1.0 and 2.0, a missing value is the reason.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variables move together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corrcoef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mean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corrcoef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— do two things move together?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2029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 = np.array([1., 2., 3., 4., 5.])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np.array([52., 55., 61., 68., 74.])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np.corrcoef(hours, scores)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[[1.     0.9922]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[0.9922 1.    ]]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461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corrcoef returns a MATRIX, not a number. The diagonal is always 1 — every variable correlates perfectly with itself. The answer you want is the off-diagonal element: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3794760"/>
            <a:ext cx="5532120" cy="320040"/>
          </a:xfrm>
          <a:prstGeom prst="roundRect">
            <a:avLst>
              <a:gd name="adj" fmla="val 20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904488"/>
            <a:ext cx="5202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np.corrcoef(hours, scores)[0, 1]    -&gt;  0.9922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1572768"/>
            <a:ext cx="4754880" cy="2606040"/>
          </a:xfrm>
          <a:prstGeom prst="roundRect">
            <a:avLst>
              <a:gd name="adj" fmla="val 3158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14032" y="17190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4032" y="2103120"/>
          <a:ext cx="45262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perfect: up together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LINEAR 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perfect: one up, one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6868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Two things r does not tell you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809744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only STRAIGHT-LINE relationships. A perfect U-shaped curve can give r close to 0 — the relationship is real and strong, just not linear, so always plot before you trust a number.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809744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says nothing about CAUSE. Ice cream sales correlate with drowning deaths; neither causes the other, because summer causes both. r = 0.99 is a reason to investigate, never a conclusion.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statistics bugs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657600"/>
                <a:gridCol w="31089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== np.nan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False — never 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np.isnan(d)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d.mean()  with a nan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np.nanmean(d)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np.nansum(all_nan_col)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0.0, looks like real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the count too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np.mode(x)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AttributeError — it does not exist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np.unique(..., return_counts=True)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np.corrcoef(a, b)  as a number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a 2x2 MATRIX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np.corrcoef(a, b)[0, 1]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arr.std()  as sample std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ddof=0, divides by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arr.std(ddof=1)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 on skewed data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outlier drags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the median too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np.array([1, 2, np.nan], dtype=int)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forces 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 to 3 are all the same lesson: missing data does not announce itself. All eight are in today's practice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an honest summary report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marks for 6 students - two are missing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np.array([88., 71., np.nan, 64., 95., np.nan])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describe(a, name="data"):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"""Summarise an array honestly, missing values included."""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missing = np.isnan(a)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n_missing = missing.sum()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= a[~missing]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clean.size == 0:                  # everything was missing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print(f"{name}: no usable values")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q1, q3 = np.percentile(clean, [25, 75])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count   {clean.size} of {a.size}"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   ({n_missing} missing)")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mean    {clean.mean():.2f}")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median  {np.median(clean):.2f}")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std     {clean.std(ddof=1):.2f}")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range   {clean.min():.0f} to {clean.max():.0f}")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IQR     {q3 - q1:.2f}")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describe(marks, "marks")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FIRST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is real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once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~missing reused for everything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empty case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all-missing does not crash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median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reveals skew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ddof=1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std, stated explicitly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too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 outlier cannot distort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docstring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never stopped mattering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984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the count is what makes this honest. A mean over 4 of 6 values is a different claim from a mean over all 6.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median, nan, percentiles, corrcoef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nan, poisoned mean, matrix r, ddof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Summarise, detect, fill, rank, correlate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bounds, a per-column report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Day14_Practice_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nans first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mean AND median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summary you print today must say how many values it was computed from. A number without its count is not a finding.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uses every value; one outlier drags it a long way.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barely moves. Report both when they disagree.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np.average takes weights; np.mean does not.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np.mode — build it from np.unique.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and var default to ddof=0; np.cov defaults to ddof=1.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np.percentile(a, 50) is the median. IQR = Q3 - Q1.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!= nan, so  == nan  never matches. Use np.isnan.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nan makes any sum, mean or max return nan.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np.nanmean and friends skip them; so does d[~np.isnan(d)].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np.nansum of an all-missing array returns 0.0, not nan.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nan forces the whole array to float — ints cannot hold it.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corrcoef returns a MATRIX; take [0, 1]. r is not cause.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describe() for a 2-D array, reporting per column  ·  Find the outliers in a dataset using the 1.5 x IQR rule  ·  Take a clean array, blank out three values, and compare every summary before and after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1.14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Series &amp; DataFrames — the labelled table that everything from here runs on. NumPy underneath, names on top.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14 - NumPy Statistical Functions</dc:title>
  <dc:subject>PptxGenJS Presentation</dc:subject>
  <dc:creator>Data Science Program</dc:creator>
  <cp:lastModifiedBy>Data Science Program</cp:lastModifiedBy>
  <cp:revision>1</cp:revision>
  <dcterms:created xsi:type="dcterms:W3CDTF">2026-09-20T05:14:58Z</dcterms:created>
  <dcterms:modified xsi:type="dcterms:W3CDTF">2026-09-20T05:14:58Z</dcterms:modified>
</cp:coreProperties>
</file>