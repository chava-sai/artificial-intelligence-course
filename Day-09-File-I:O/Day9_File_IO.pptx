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9. Until now every dataset was typed into the notebook by hand. Today the data comes from a file - which is where all real data lives. This is the bridge to pandas: pd.read_csv() is doing exactly what we do manually today, just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 the shift: every dataset so far was hand-typed. Real data lives in files, and today closes that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'w' warning is not theatrical - students genuinely destroy their own data files in the practice session. Say it early and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sometimes ask why they cannot just use pandas now. This answers it: pandas hides the mechanics, and debugging a bad load requires knowing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leak: open a file without with, raise an error, then check f.closed. The guarantee is the whole argument for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trailing newline catches everyone. Show a comparison failing, then .strip() fixing it. Note the last line frequently differs - that asymmetry causes real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story plainly: students overwrite their own practice data every term. The 'write to a new filename' habit is the one that actually prevents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RaviSara demo is worth running - seeing the words jammed together makes the no-newline rule stick better than saying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blank-rows-on-Windows symptom is worth naming - students hit it and have no idea why. newline='' is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'someone adds a column' argument is the decisive one. Positional indexing into a CSV is a time bomb in any shared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DictWriter fieldnames argument is required - it decides both the header and the column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Colab ephemerality note prevents a very common panic: 'my file disappeared'. Show the file panel on the left so they know where uploads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8 - a file being exhausted after one read - is the same idea as Day 6's generator exhaustion. Worth naming the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Cast-at-the-door is a habit worth naming: convert types the moment data enters your program, so nothing downstream has to wonder.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them the practice notebook creates its own sample files - nobody's own data can be harmed by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twelve lines aloud. Note that today's try/except was a preview - tomorrow covers it properly, including writing your own exception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SCIENCE  ·  MODULE 1  ·  TOPIC 1.9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I/O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 —  getting real data in, and results out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+ live code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661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73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Keyword: with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/home/claude/day9/b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1737360"/>
            <a:ext cx="1911096" cy="17830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9828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University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5806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 </a:t>
            </a:r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5 MINUTES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start — five questions from Day 8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46504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73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a child __init__ call, and when?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77393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super().__init__(...)  —  first, before its own setup.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587752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151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vs extending?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61518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replaces; super() keeps the parent's work.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29000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564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isinstance(student, Person) True?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4564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—  a Student really is a Person.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09651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70248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2976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polymorphism need inheritance?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2976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Duck typing needs only a shared method name.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111496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111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1389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or HAS A?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513892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→ inherit.  HAS A → composition.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521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is done. Today we stop typing data into the notebook and start reading it from files.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today's two hours are structured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text files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open(), with, and four ways to read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874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&amp; file modes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· w · a · x, and the one that deletes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split(',') is not enough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&amp; errors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FileNotFoundError, encoding, pathlib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690872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526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build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CSV, process it, write a report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9672" y="469087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19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26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code, I walk around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habits to leave with today: always use  with , and never open a real file in  "w"  mode by accident.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will be able 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file safely and get its contents, line by line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6744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6744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append to files, and pick the right mode every time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8816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8816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CSV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real comma-separated data without breaking on commas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90888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90888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90888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 with a missing file instead of crashing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48646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bridge to the rest of the course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19379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two weeks you will write  pd.read_csv("data.csv")  and get a DataFrame in one line. Today you do the same job by hand — and that is the point. When a file has an odd separator, a missing header or a strange encoding, pandas will not save you unless you understand what it was doing.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Text Files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with, and four ways to read  ·  25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with statement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readline / readlines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a file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THE with STATEMENT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open() — and why you always use  with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560320"/>
          </a:xfrm>
          <a:prstGeom prst="roundRect">
            <a:avLst>
              <a:gd name="adj" fmla="val 3214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way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1463040"/>
          </a:xfrm>
          <a:prstGeom prst="roundRect">
            <a:avLst>
              <a:gd name="adj" fmla="val 437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open("data.txt")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f.read()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f.close()          # you MUST remember this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read() raises, close() never runs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the file stays open.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6393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file holds an operating-system handle. Leak enough of them and the program cannot open anything at all.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572768"/>
            <a:ext cx="5303520" cy="2560320"/>
          </a:xfrm>
          <a:prstGeom prst="roundRect">
            <a:avLst>
              <a:gd name="adj" fmla="val 3214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you should always write 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65392" y="2103120"/>
            <a:ext cx="4800600" cy="1463040"/>
          </a:xfrm>
          <a:prstGeom prst="roundRect">
            <a:avLst>
              <a:gd name="adj" fmla="val 437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9984" y="2212848"/>
            <a:ext cx="44714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open("data.txt") as f: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f.read()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 is closed automatically here -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even if an error was raised inside.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36393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with block guarantees the file is closed when you leave it, however you leave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4439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form of open()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4754880"/>
            <a:ext cx="5212080" cy="548640"/>
          </a:xfrm>
          <a:prstGeom prst="roundRect">
            <a:avLst>
              <a:gd name="adj" fmla="val 11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4864608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open(path, mode="r", encoding="utf-8")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73659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pass  encoding="utf-8"  when you open a text file. Without it Python uses whatever the machine happens to prefer, so a file that reads perfectly on your laptop can fail on someone else's. One argument removes an entire category of bug.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4132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 is a general Python feature, not a file feature — you will meet it again with database connections and locks.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·  READING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read — and which to use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you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when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f.read()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whole file as ONE string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file is small and you want it 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f.readline()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next single 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just the header, or one 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f.readlines()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list of every 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a list and the file is small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line in f: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line at a time, lazily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always — any size of 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65760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3803904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to default to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04672" y="4169664"/>
            <a:ext cx="4983480" cy="1234440"/>
          </a:xfrm>
          <a:prstGeom prst="roundRect">
            <a:avLst>
              <a:gd name="adj" fmla="val 51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9264" y="4279392"/>
            <a:ext cx="4654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open("marks.txt", encoding="utf-8") as f: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line in f: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print(line.strip())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Reads one line at a time - a 10 GB file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uses no more memory than a small one.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09360" y="3657600"/>
            <a:ext cx="5303520" cy="2194560"/>
          </a:xfrm>
          <a:prstGeom prst="roundRect">
            <a:avLst>
              <a:gd name="adj" fmla="val 375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65392" y="380390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Every line keeps its newline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565392" y="4169664"/>
            <a:ext cx="4800600" cy="1234440"/>
          </a:xfrm>
          <a:prstGeom prst="roundRect">
            <a:avLst>
              <a:gd name="adj" fmla="val 51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29984" y="4279392"/>
            <a:ext cx="447141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f.readlines()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['Ravi\n', 'Sara\n', 'Amit']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== "Ravi"       -&gt;  False !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line.strip() == "Ravi" -&gt;  True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last line often has no \n at all.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&amp; Modes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 that deletes your file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· w · a · 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vs writelines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Newlines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MODES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modes — pick the wrong one and data disappears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926080"/>
                <a:gridCol w="3566160"/>
                <a:gridCol w="2834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 file exists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it does not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"r"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(the default)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FileNotFoundError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"w"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63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ERASES IT COMPLETELY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"a"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to the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"x"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exclusive create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FileExistsError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"r+"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and write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without erasing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FileNotFoundError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0624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352544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"w" does not warn you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04672" y="4709160"/>
            <a:ext cx="4983480" cy="777240"/>
          </a:xfrm>
          <a:prstGeom prst="roundRect">
            <a:avLst>
              <a:gd name="adj" fmla="val 823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9264" y="4818888"/>
            <a:ext cx="46542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open("important.csv", "w") as f: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f.write("oops")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original contents are gone. Instantly.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55504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undo, no recycle bin, no confirmation.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09360" y="4206240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65392" y="435254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protect yourself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4690872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"a" when you mean to add to a file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"x" when the file must not already exist — it refuses rather than overwrites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a NEW filename, never over your input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WRITING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to a file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write() adds NO newline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1691640"/>
          </a:xfrm>
          <a:prstGeom prst="roundRect">
            <a:avLst>
              <a:gd name="adj" fmla="val 378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open("out.txt", "w") as f: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f.write("Ravi")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f.write("Sara")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file now contains:  RaviSara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f.write("Ravi\\n")    # you add it yourself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303520" cy="2468880"/>
          </a:xfrm>
          <a:prstGeom prst="roundRect">
            <a:avLst>
              <a:gd name="adj" fmla="val 333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write many lines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65392" y="2103120"/>
            <a:ext cx="4800600" cy="1691640"/>
          </a:xfrm>
          <a:prstGeom prst="roundRect">
            <a:avLst>
              <a:gd name="adj" fmla="val 378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9984" y="2212848"/>
            <a:ext cx="447141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names: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f.write(n + "\\n")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f.writelines(n + "\\n" for n in names)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writelines adds NO newlines either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print(n, file=f)        # print DOES add 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35254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Appending, and the pattern you will actually use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681728"/>
            <a:ext cx="5212080" cy="1005840"/>
          </a:xfrm>
          <a:prstGeom prst="roundRect">
            <a:avLst>
              <a:gd name="adj" fmla="val 636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33272" y="4791456"/>
            <a:ext cx="4882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open("log.txt", "a", encoding="utf-8") as f: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f.write(f"{name} scored {mark}\\n")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"a" keeps everything already there.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66344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details worth knowing: write() returns the number of characters written, which is occasionally useful and usually ignored. And nothing is guaranteed to reach the disk until the file is closed — which the with block handles for you, and is one more reason to use 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Files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real data actually lives  ·  25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split(',') fails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csv.reader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csv.DictReader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CSV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THE PROBLEM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 line.split(",")  is not enough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760720" cy="2651760"/>
          </a:xfrm>
          <a:prstGeom prst="roundRect">
            <a:avLst>
              <a:gd name="adj" fmla="val 3103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— until it doesn't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5257800" cy="1828800"/>
          </a:xfrm>
          <a:prstGeom prst="roundRect">
            <a:avLst>
              <a:gd name="adj" fmla="val 35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92861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name,city,mark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Ravi,Pune,88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Sara,"Mumbai, MH",91          &lt;- a comma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INSIDE a field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line.split(",")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['Sara', '"Mumbai', ' MH"', '91']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four fields instead of three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0" y="1572768"/>
            <a:ext cx="5029200" cy="2651760"/>
          </a:xfrm>
          <a:prstGeom prst="roundRect">
            <a:avLst>
              <a:gd name="adj" fmla="val 310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39712" y="1719072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csv module handles 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39712" y="2103120"/>
            <a:ext cx="4526280" cy="1371600"/>
          </a:xfrm>
          <a:prstGeom prst="roundRect">
            <a:avLst>
              <a:gd name="adj" fmla="val 4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04304" y="2212848"/>
            <a:ext cx="41970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csv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open("data.csv", newline="") as f: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row in csv.reader(f):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print(row)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['Sara', 'Mumbai, MH', '91']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39712" y="36118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understands quoted fields, escaped quotes, and embedded newlines — none of which split() can.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45354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to remember when opening a CSV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4846320"/>
            <a:ext cx="5212080" cy="548640"/>
          </a:xfrm>
          <a:prstGeom prst="roundRect">
            <a:avLst>
              <a:gd name="adj" fmla="val 11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3272" y="4956048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open(path, newline="", encoding="utf-8")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82803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newline="" lets the csv module handle line endings itself; without it you can get blank rows between every record on Windows. And every value comes back as a STRING — “88” is text until you cast it, which is Day 1's input() lesson in a new place.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reader vs DictReader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read a CSV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csv.reader  —  each row is a LIST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2057400"/>
          </a:xfrm>
          <a:prstGeom prst="roundRect">
            <a:avLst>
              <a:gd name="adj" fmla="val 3111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csv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open("marks.csv", newline="") as f: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reader = csv.reader(f)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 = next(reader)        # skip the header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row in reader: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print(row[0], int(row[2]))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row = ['Ravi', 'Pune', '88']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 address fields by POSITION.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303520" cy="2743200"/>
          </a:xfrm>
          <a:prstGeom prst="roundRect">
            <a:avLst>
              <a:gd name="adj" fmla="val 3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csv.DictReader  —  each row is a DICT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565392" y="2103120"/>
            <a:ext cx="4800600" cy="2057400"/>
          </a:xfrm>
          <a:prstGeom prst="roundRect">
            <a:avLst>
              <a:gd name="adj" fmla="val 3111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9984" y="2212848"/>
            <a:ext cx="447141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csv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open("marks.csv", newline="") as f: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row in csv.DictReader(f):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print(row["name"], int(row["mark"]))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row = {'name':'Ravi', 'city':'Pune',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'mark':'88'}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header becomes the keys, automatically.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6634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DictReader.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row["mark"] survives someone adding a column; row[2] silently starts reading the wrong field. It is Day 5's argument for dictionaries over lists — the data explains itself — applied to files. DictReader also skips the header for you, which is one fewer thing to forget.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writer vs DictWriter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a CSV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csv.writer  —  rows as lists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1965960"/>
          </a:xfrm>
          <a:prstGeom prst="roundRect">
            <a:avLst>
              <a:gd name="adj" fmla="val 3256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csv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[["Ravi", 88], ["Sara", 91]]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open("out.csv", "w", newline="") as f: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 = csv.writer(f)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w.writerow(["name", "mark"])   # header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w.writerows(rows)              # all at once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303520" cy="2651760"/>
          </a:xfrm>
          <a:prstGeom prst="roundRect">
            <a:avLst>
              <a:gd name="adj" fmla="val 310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csv.DictWriter  —  rows as dicts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565392" y="2103120"/>
            <a:ext cx="4800600" cy="1965960"/>
          </a:xfrm>
          <a:prstGeom prst="roundRect">
            <a:avLst>
              <a:gd name="adj" fmla="val 3256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9984" y="2212848"/>
            <a:ext cx="447141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[{"name": "Ravi", "mark": 88},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{"name": "Sara", "mark": 91}]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open("out.csv", "w", newline="") as f: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 = csv.DictWriter(f, fieldnames=["name","mark"])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w.writeheader()          # writes the header row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w.writerows(rows)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5354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csv module quotes for you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846320"/>
            <a:ext cx="5212080" cy="548640"/>
          </a:xfrm>
          <a:prstGeom prst="roundRect">
            <a:avLst>
              <a:gd name="adj" fmla="val 11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4956048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w.writerow(["Sara", "Mumbai, MH"])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file gets:  Sara,"Mumbai, MH"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82803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containing a comma is quoted automatically, so the file you produce can be read back correctly. Writing CSV by hand with commas and f-strings works right up until one of your values contains a comma — and then it quietly produces a broken file that something downstream will misread.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Paths &amp; Errors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Coping when the file is not there  ·  10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FileNotFoundError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first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pathlib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ERRORS &amp; PATHS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file is not there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468880"/>
          </a:xfrm>
          <a:prstGeom prst="roundRect">
            <a:avLst>
              <a:gd name="adj" fmla="val 3333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errors you will actually meet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1691640"/>
          </a:xfrm>
          <a:prstGeom prst="roundRect">
            <a:avLst>
              <a:gd name="adj" fmla="val 378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FileNotFoundError   wrong name or folder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PermissionError     no rights to open it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IsADirectoryError   that path is a folder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UnicodeDecodeError  wrong encoding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FileExistsError     "x" mode, already there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303520" cy="2468880"/>
          </a:xfrm>
          <a:prstGeom prst="roundRect">
            <a:avLst>
              <a:gd name="adj" fmla="val 333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it — Day 1's try / except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65392" y="2103120"/>
            <a:ext cx="4800600" cy="1691640"/>
          </a:xfrm>
          <a:prstGeom prst="roundRect">
            <a:avLst>
              <a:gd name="adj" fmla="val 378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9984" y="2212848"/>
            <a:ext cx="447141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open("data.csv") as f: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rows = f.readlines()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FileNotFoundError: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 data file — starting empty")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= []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43068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first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" y="4617720"/>
            <a:ext cx="4983480" cy="777240"/>
          </a:xfrm>
          <a:prstGeom prst="roundRect">
            <a:avLst>
              <a:gd name="adj" fmla="val 823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" y="4727448"/>
            <a:ext cx="46542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pathlib import Path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Path("data.csv").exists():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546811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Useful, but try/except is safer: the file could vanish between the check and the open.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4160520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65392" y="43068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Paths, and a note about Colab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461772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"data.csv" means “in the current folder”. In Colab that folder empties when the session ends, so anything you write today is temporary — upload with the file panel on the left, or mount Google Drive to keep things.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corner — eight file bugs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657600"/>
                <a:gridCol w="33832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open("f.txt", "w")  to read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file is erased instantly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"r"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 = open(...)  no close()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leaked, data may not save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with open(...) as f: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line == "Ravi"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— the newline is still there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line.strip() == "Ravi"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f.write(name)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on one 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f.write(name + "\\n")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int(row[2]) forgotten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"88" + 1 is a TypeError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 every CSV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line.split(",")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breaks on quoted commas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csv.reader(f)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open(csv) without newline=""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rows between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newline=""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reading twice in one with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read gives ""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it, or reopen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5955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6875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is the only one on this list that destroys data. The rest merely waste your afternoon. All eight are in today's practice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MINI BUILD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 — CSV in, report out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6080760" cy="3749040"/>
          </a:xfrm>
          <a:prstGeom prst="roundRect">
            <a:avLst>
              <a:gd name="adj" fmla="val 170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751576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csv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defaultdict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load_marks(path):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"""Read the CSV into a list of clean dictionaries."""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= []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open(path, newline="", encoding="utf-8") as f: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row in csv.DictReader(f):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row["mark"] = int(row["mark"])      # cast it!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rows.append(row)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rows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summarise(rows):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"""Average mark per subject."""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totals = defaultdict(list)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 in rows: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totals[r["subject"]].append(r["mark"])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{s: sum(m)/len(m) for s, m in totals.items()}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write_report(summary, path):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open(path, "w", newline="", encoding="utf-8") as f: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 = csv.writer(f)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w.writerow(["subject", "average"])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w.writerows([[s, f"{a:.1f}"] for s, a in summary.items()])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load_marks("marks.csv")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write_report(summarise(rows), "report.csv")   # NEW filename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406640" y="1572768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62088" y="1673352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90688" y="1609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DictReader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90688" y="182880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becomes keys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2148840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62088" y="2249424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90688" y="21854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on load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24048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"88" becomes 88 at the door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2724912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62088" y="2825496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90688" y="27614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with, twice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90688" y="298094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files close themselves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3300984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62088" y="3401568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0688" y="33375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5's grouping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90688" y="355701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defaultdict by subject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3877056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62088" y="3977640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0688" y="3913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comprehension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90688" y="413308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summary dict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4453128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62088" y="4553712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0688" y="44897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each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790688" y="470916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· summarise · write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06640" y="5029200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62088" y="5129784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90688" y="50657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output file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28523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is never touched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8338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at the door, write to a new file, one job per function. In two weeks pandas does all of this in three lines — and you will know what it is doing.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session — 30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01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4884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Modes, newlines, exhausted files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947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62656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8254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&amp; fix the bug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17296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mode, no strip, split on CSV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986784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8496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197096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count, filter, write, append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9959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64024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1091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873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22122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report, merge two files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5020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691640"/>
            <a:ext cx="3200400" cy="2971800"/>
          </a:xfrm>
          <a:prstGeom prst="roundRect">
            <a:avLst>
              <a:gd name="adj" fmla="val 2769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0" y="18470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2128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Day9_Practice_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Questions.ipynb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292608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makes its own files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of yours is at risk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hand — I am walking around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shared after class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every open(), say the mode out loud. “w” means erase. If you did not mean erase, you wanted “r” or “a”.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966960" y="4480560"/>
            <a:ext cx="3840480" cy="384048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TWELVE LINES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 with open(...) as f:  — it closes the file for you.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 encoding="utf-8"  on every text file.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"r" reads · "w" ERASES · "a" appends · "x" refuses to overwrite.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line in f:  is the default way to read — any file size.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keeps its \n. Use  .strip()  before comparing.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f.write() adds no newline. print(..., file=f) does.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line.split(",") breaks on commas inside quoted fields.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2121408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csv.reader for lists, csv.DictReader for dicts.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2688336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3912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CSVs with  newline=""  to avoid blank rows.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3255264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CSV value arrives as a STRING. Cast it at the door.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63640" y="3822192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3912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opens in try/except FileNotFoundError.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438912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3912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results to a NEW file — never over your input.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68680" y="563270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word-frequency counter that reads a text file  ·  Read a CSV and write out only the rows that pass a filter  ·  Add try/except to every file function you have written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6364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 —  Topic 1.10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563270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&amp; modules:  try / except / finally, raising and writing your own exceptions, importing modules and packages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9 - File I/O</dc:title>
  <dc:subject>PptxGenJS Presentation</dc:subject>
  <dc:creator>Data Science Program</dc:creator>
  <cp:lastModifiedBy>Data Science Program</cp:lastModifiedBy>
  <cp:revision>1</cp:revision>
  <dcterms:created xsi:type="dcterms:W3CDTF">2026-09-12T04:29:51Z</dcterms:created>
  <dcterms:modified xsi:type="dcterms:W3CDTF">2026-09-12T04:29:51Z</dcterms:modified>
</cp:coreProperties>
</file>