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15. pandas is where most of their working hours will be spent for the rest of the course. Frame it immediately: a DataFrame is NumPy arrays with labels attached. Nothing from the last three days is thrown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 question 3 deliberately. The reveal that pandas skips nan by default lands much harder when they have just said out loud that NumPy returns nan.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row selection for tomorrow. Trying to cover loc and iloc today crowds out the fundamentals and they confuse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hyperbole and it is worth saying plainly. pandas fluency is the single biggest predictor of how smoothly Modules 2 and 3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'collection of NumPy arrays, one per column' framing is the one that makes dtypes-per-column make sense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s.values is a real NumPy array. It demystifies pandas - there is no magic, just an array with a label array beside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resolves Day 14's two big warnings at once - the nan propagation and the ddof inconsistency. Make the contrast explicit; it is exactly the kind of thing that causes two people to get different numbers from the same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on the Day 9 promise explicitly. They were told pd.read_csv would do this in one line; now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object/str difference once so nobody panics when their output does not match the slide. Colab's pandas version changes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df['col'] always. Attribute access is shorter but fails silently on names like count, sum, mean - it returns the method instead of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no-loops rule carries straight over from NumPy. Students who learned it on Day 13 will find this slide easy; those who did not will need reminding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these five commands a reflex. Every dataset they touch from now on should get them before any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5 is where two students get different numbers from the same data and each thinks the other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index=False matters: without it to_csv writes the 0,1,2 index as an extra unnamed column, which then reappears as 'Unnamed: 0' when you read the file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inspect-first habit is the whole point. Students who skip it spend the session confused about their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Tomorrow's loc/iloc session is where most pandas confusion lives, so today's foundations need to be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1.14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pandas: Series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DataFrames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 —  NumPy underneath, names on top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from here 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15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14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 median for skewed data?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739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Median. One outlier drags the mean.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 d == np.nan  find nothing?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151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is not equal to itself. Use np.isnan.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one nan do to d.mean()?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whole result nan.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np.nansum of an all-missing column?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297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 —  indistinguishable from real zeros.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corrcoef gives you what?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5138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matrix. Take [0, 1].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has a surprising answer in pandas. Hold on to it — we will come back to it in section 2.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pandas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plus labels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1-D array — and a surprise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columns, single vs double brackets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data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head, info, describe, value_counts, read_csv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CSV, add columns, summarise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covers selecting rows properly with loc and iloc. Today is about the objects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Series and a DataFrame from lists, dicts, and a CSV file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out one column or several, and know which object you got back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shape, types and missing counts of an unfamiliar dataset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columns computed from existing ones, with no loops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most important library in the course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from here to the capstone will arrive as a DataFrame. Cleaning, exploring, feeding a model, reporting results — all of it happens in pandas. Time spent getting fluent now is repaid every single session for the next three and a half months.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pandas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plus labels  ·  10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NumPy lacks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one-sentence idea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THE GAP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NumPy cannot do for you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606040"/>
          </a:xfrm>
          <a:prstGeom prst="roundRect">
            <a:avLst>
              <a:gd name="adj" fmla="val 3158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NumPy array has no names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np.array([[88, 71],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[91, 84],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[45, 38]])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marks[1, 0]     # which student? which subject?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 are just positions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 per array — no mixing names with numbers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606040"/>
          </a:xfrm>
          <a:prstGeom prst="roundRect">
            <a:avLst>
              <a:gd name="adj" fmla="val 3158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names everything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  ["Ravi", "Sara", "Amit"],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"python": [88, 91, 45],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"stats":  [71, 84, 38]})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df["python"]    # obvious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429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have names; rows have labels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can have its own type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idea in one sentence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2803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collection of NumPy arrays — one per column — with names attached to the columns and labels attached to the rows. Everything from Days 12 to 14 still works underneath: broadcasting, masks, the axis rule. pandas adds the names, the mixed types, and a great deal of convenience on top.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1-D array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+ index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labels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Vectorised, as before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nan surprise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SERIES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Series is a NumPy array with labels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labels: 0, 1, 2 ...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pd.Series([88, 71, 64])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88          &lt;- index | values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1    71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2    64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dtype: int64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3383280"/>
            <a:ext cx="498348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493008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s.values    -&gt;  array([88, 71, 64])   NumPy!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s.index     -&gt;  RangeIndex(0, 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572768"/>
            <a:ext cx="5303520" cy="2651760"/>
          </a:xfrm>
          <a:prstGeom prst="roundRect">
            <a:avLst>
              <a:gd name="adj" fmla="val 31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labels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65392" y="2103120"/>
            <a:ext cx="4800600" cy="1188720"/>
          </a:xfrm>
          <a:prstGeom prst="roundRect">
            <a:avLst>
              <a:gd name="adj" fmla="val 53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9984" y="2212848"/>
            <a:ext cx="4471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pd.Series([88, 71, 64],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index=["Ravi", "Sara", "Amit"])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s["Sara"]     -&gt;  71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65392" y="3383280"/>
            <a:ext cx="480060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9984" y="3493008"/>
            <a:ext cx="4471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pd.Series({"Ravi": 88, "Sara": 71})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from a dict: keys become the index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5354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behaves like Day 5's dictionary AND Day 12's array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846320"/>
            <a:ext cx="5212080" cy="822960"/>
          </a:xfrm>
          <a:prstGeom prst="roundRect">
            <a:avLst>
              <a:gd name="adj" fmla="val 777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" y="4956048"/>
            <a:ext cx="4882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s["Sara"]       look up by label    — like a dict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* 2           vectorised          — like an array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s[s &gt; 70]       a boolean mask      — like an array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82803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combination is the reason pandas exists. You get named lookup and fast whole-column arithmetic in the same object, which neither a dict nor an array could give you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BACK TO QUESTION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surprise — pandas skips nan by default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numbers, two libraries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5120640" cy="1600200"/>
          </a:xfrm>
          <a:prstGeom prst="roundRect">
            <a:avLst>
              <a:gd name="adj" fmla="val 4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194560"/>
            <a:ext cx="479145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np.array([88., 71., np.nan, 64.])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arr.mean()              -&gt;  nan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pd.Series(arr).mean()   -&gt;  74.33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pd.Series(arr).mean(skipna=False)  -&gt;  nan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1206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in a 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ddof=0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ddof=1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change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np.nanmean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skipna=False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069080"/>
            <a:ext cx="5486400" cy="1783080"/>
          </a:xfrm>
          <a:prstGeom prst="roundRect">
            <a:avLst>
              <a:gd name="adj" fmla="val 4615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" y="421538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pandas made this choice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455371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was built for real tables, where missing values are normal rather than exceptional. Returning nan for every column with one gap would make it almost useless on real data — so it skips them, and assumes you have already looked.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406908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65392" y="421538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Convenient — and quietly dangerous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65392" y="4553712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NumPy's loud nan told you something was missing. pandas stays silent, so a mean over 3 of 4 values looks exactly like a mean over all 4. Yesterday's rule matters MORE in pandas, not less: always check how many values a summary actually used.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labelled table  ·  30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columns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bracket or two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CREATING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build a DataFrame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dict of lists — one list per COLUMN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  ["Ravi", "Sara", "Amit"],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"python": [88, 91, 45],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"stats":  [71, 84, 38],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4290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way. Every list must be the same length.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list of dicts — one dict per ROW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234440"/>
          </a:xfrm>
          <a:prstGeom prst="roundRect">
            <a:avLst>
              <a:gd name="adj" fmla="val 51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"Ravi", "python": 88},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"Sara", "python": 91},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pd.DataFrame(rows)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429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when rows arrive one at a time — Day 9's DictReader gave you exactly this.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352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From a file — the one you will use most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663440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773168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pd.read_csv("marks.csv")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handles quoted commas  (Day 9)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turns blank cells into NaN  (Day 14)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4515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Day 9 promise: one line to replace everything you did by hand with csv.reader. It reads the header, parses the quoting correctly, guesses a type for every column, and marks blank cells as missing. Tomorrow's sessions all begin with this line.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WHAT IT IS MADE OF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anatomy of a DataFrame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4008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417320" y="17007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COLUMNS  ↓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1993392"/>
            <a:ext cx="502920" cy="36576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993392"/>
            <a:ext cx="1261872" cy="365760"/>
          </a:xfrm>
          <a:prstGeom prst="rect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199339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993392"/>
            <a:ext cx="1261872" cy="365760"/>
          </a:xfrm>
          <a:prstGeom prst="rect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99339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77640" y="1993392"/>
            <a:ext cx="1261872" cy="365760"/>
          </a:xfrm>
          <a:prstGeom prst="rect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199339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57800" y="1993392"/>
            <a:ext cx="1261872" cy="365760"/>
          </a:xfrm>
          <a:prstGeom prst="rect">
            <a:avLst/>
          </a:prstGeom>
          <a:solidFill>
            <a:srgbClr val="1F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199339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2386584"/>
            <a:ext cx="502920" cy="36576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23865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17320" y="2386584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23865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2386584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23865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77640" y="2386584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77640" y="23865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2386584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57800" y="23865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4400" y="2779776"/>
            <a:ext cx="502920" cy="36576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2779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417320" y="2779776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17320" y="277977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2779776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277977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977640" y="2779776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77640" y="277977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57800" y="2779776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57800" y="277977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3172968"/>
            <a:ext cx="502920" cy="36576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400" y="31729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417320" y="3172968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417320" y="317296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97480" y="3172968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97480" y="317296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77640" y="3172968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977640" y="317296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57800" y="3172968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57800" y="317296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4400" y="3566160"/>
            <a:ext cx="502920" cy="36576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" y="3566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417320" y="3566160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417320" y="35661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Neha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697480" y="3566160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697480" y="35661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977640" y="3566160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977640" y="35661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257800" y="3566160"/>
            <a:ext cx="126187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257800" y="35661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777240" y="3986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the INDEX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223760" y="1572768"/>
            <a:ext cx="438912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7479792" y="17190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about itself</a:t>
            </a:r>
            <a:endParaRPr lang="en-US" sz="1450" dirty="0"/>
          </a:p>
        </p:txBody>
      </p:sp>
      <p:sp>
        <p:nvSpPr>
          <p:cNvPr id="59" name="Shape 57"/>
          <p:cNvSpPr/>
          <p:nvPr/>
        </p:nvSpPr>
        <p:spPr>
          <a:xfrm>
            <a:off x="7479792" y="2103120"/>
            <a:ext cx="3886200" cy="2057400"/>
          </a:xfrm>
          <a:prstGeom prst="roundRect">
            <a:avLst>
              <a:gd name="adj" fmla="val 311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644384" y="2212848"/>
            <a:ext cx="355701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-&gt;  (4, 4)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  -&gt;  ['name', 'city',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'python', 'stats']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df.index     -&gt;  RangeIndex(0, 4)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object   (str in pandas 3)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   int64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2" name="Text 60"/>
          <p:cNvSpPr txBox="1"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has its OWN type.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difference from a NumPy array, which forces one type on everything. Here name is text and python is an integer, side by side. Text columns show as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pandas 2 and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pandas 3 — you may see either depending on your Colab version, and they mean the same thing.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SELECTING COLUMNS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bracket or two — and what comes back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 →  a Series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188720"/>
          </a:xfrm>
          <a:prstGeom prst="roundRect">
            <a:avLst>
              <a:gd name="adj" fmla="val 53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df["python"]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0    88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91          type: Series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2    45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832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brackets, a single string. You get the column as a Series — with its index still attached.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606040"/>
          </a:xfrm>
          <a:prstGeom prst="roundRect">
            <a:avLst>
              <a:gd name="adj" fmla="val 3158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columns  →  a DataFrame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65392" y="2103120"/>
            <a:ext cx="4800600" cy="1188720"/>
          </a:xfrm>
          <a:prstGeom prst="roundRect">
            <a:avLst>
              <a:gd name="adj" fmla="val 53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12848"/>
            <a:ext cx="4471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df[["name", "python"]]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name  python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Ravi      88     type: DataFrame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Sara      91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3832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brackets: the outer pair selects, the inner pair is a Python list of names.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486400" cy="1508760"/>
          </a:xfrm>
          <a:prstGeom prst="roundRect">
            <a:avLst>
              <a:gd name="adj" fmla="val 545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" y="4489704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Forgetting the inner brackets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" y="4846320"/>
            <a:ext cx="4983480" cy="822960"/>
          </a:xfrm>
          <a:prstGeom prst="roundRect">
            <a:avLst>
              <a:gd name="adj" fmla="val 777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" y="4956048"/>
            <a:ext cx="4654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df["name", "python"]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KeyError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Python reads this as ONE key: a tuple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303520" cy="1508760"/>
          </a:xfrm>
          <a:prstGeom prst="roundRect">
            <a:avLst>
              <a:gd name="adj" fmla="val 5455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65392" y="448970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df.column works — until it does not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65392" y="4846320"/>
            <a:ext cx="4800600" cy="822960"/>
          </a:xfrm>
          <a:prstGeom prst="roundRect">
            <a:avLst>
              <a:gd name="adj" fmla="val 777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9984" y="4956048"/>
            <a:ext cx="4471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df.python      fine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df.count       a METHOD, not your column!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df.my score    SyntaxError - the space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·  DERIVED COLUMNS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columns — vectorised, exactly like NumPy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4008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5897880" cy="2331720"/>
          </a:xfrm>
          <a:prstGeom prst="roundRect">
            <a:avLst>
              <a:gd name="adj" fmla="val 274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56869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df["total"]   = df["python"] + df["stats"]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df["average"] = df["total"] / 2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df["passed"]  = df["total"] &gt;= 100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name  python  stats  total  average  passed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Ravi      88     71    159     79.5    True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Sara      91     84    175     87.5    True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Amit      45     38     83     41.5   False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Neha      67     73    140     70.0    True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23760" y="1572768"/>
            <a:ext cx="438912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79792" y="17190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new here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479792" y="210312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plus column is Day 13's element-wise arithmetic. Dividing by 2 is broadcasting a scalar. The &gt;= comparison produces a boolean column, exactly like a Day 12 mask.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79792" y="32918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to a name that does not exist creates the column; assigning to one that does replaces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6268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loop over the rows to build a column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37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 for i in range(len(df))  to fill a column is the most common pandas mistake there is. It works, and on real data it is hundreds of times slower than the one-line version above. If you find yourself looping over a DataFrame, stop and ask what the whole-column expression would be — the same rule as Day 13.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Inspecting Data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five minutes with any dataset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tail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INSPECTION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five commands on any new dataset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38328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Tells you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df.head()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5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data actually looks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df.shape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(rows, columns)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the size you expected?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df.info()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+ non-null 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fastest way to spot missing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df.describe()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count, mean, std, quartiles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14's summary, every column at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df["col"].value_counts()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each value appears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 text column for typos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— read the Non-Null column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04672" y="4956048"/>
            <a:ext cx="4983480" cy="731520"/>
          </a:xfrm>
          <a:prstGeom prst="roundRect">
            <a:avLst>
              <a:gd name="adj" fmla="val 875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5065776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 Column  Non-Null Count  Dtype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mark    2 non-null      float64  &lt;- 1 missing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4526280"/>
            <a:ext cx="5303520" cy="1325880"/>
          </a:xfrm>
          <a:prstGeom prst="roundRect">
            <a:avLst>
              <a:gd name="adj" fmla="val 620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— Day 14, all at once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565392" y="4956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count row is the number of NON-missing values, and its std uses ddof=1. Compare count with len(df) to see what is missing.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pandas bugs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004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df["name", "python"]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 — read as one tuple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df[["name", "python"]]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df.count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method, not your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df["count"]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df["Python"]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 — names are case-sensitive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df.columns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s.mean()  expecting nan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 skips missing silently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count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arr.std() vs s.std()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answers — ddof 0 vs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ddof explicitly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i in range(len(df))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works, hundreds of times 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whole-column expression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pd.DataFrame({..})  unequal lists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ValueError: must be same 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every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column shows 88.0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NaN forced it to 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df["col"].isna().sum()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4 is the one to remember — pandas hides missing values that NumPy would have shouted about. All eight are in today's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from a CSV to a report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pd.read_csv("marks.csv")          # one line, Day 9's promise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---- 1. inspect before trusting anything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print(df.head())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print(df.isna().sum())                  # missing per column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---- 2. derive, without a loop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df["total"]   = df["python"] + df["stats"]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df["average"] = df["total"] / 2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df["result"]  = np.where(df["average"] &gt;= 50,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"pass", "fail")    # Day 13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---- 3. summarise, honestly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print(df[["python", "stats", "average"]].describe().round(1))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print(df["result"].value_counts())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print(df["city"].value_counts())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---- 4. save a NEW file - never overwrite the input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df.to_csv("marks_report.csv", index=False)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7335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609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8288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9's whole session, in one 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24942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1854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first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404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head, missing counts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724912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825496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7614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columns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9809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13, with names 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300984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401568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337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5570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13's vectorised if/else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977640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1330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14's summary, every column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45312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55371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489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4709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5's counting pattern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502920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512978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0688" y="50657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index=False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file, no stray index column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984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here is one you already know — pandas just lets you use them all on a named table at once.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Series, brackets, nan, dtypes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key, df.count, loops, case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select, derive, inspect, count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messy CSV, a grade report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Day15_Practice_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head() and info() first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or DataFrame? check type()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calculation, look at the data. head(), shape and info() take ten seconds and prevent most of today's bugs.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 as pd — always that alias.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is a NumPy array with labels on 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NumPy columns with names on them.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has its own type; an array has only 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SKIPS nan by default. NumPy does not.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std uses ddof=1; NumPy uses ddof=0.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df["col"] gives a Series; df[["a", "b"]] a DataFrame.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df["col"] over df.col — count and sum are methods.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 are whole-column expressions. Never loop.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first: head, shape, info, describe.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 shows the non-null count — missing data at a glance.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to_csv(..., index=False) to avoid a stray index column.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Day 9's CSV report in pandas and compare the line counts  ·  Create a DataFrame of 5 things you own, with 4 columns of different types  ·  Run the five inspection commands on any CSV you can find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1.15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selection &amp; indexing:  loc versus iloc, boolean filtering on a DataFrame, and setting a meaningful index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15 - pandas Series &amp; DataFrames</dc:title>
  <dc:subject>PptxGenJS Presentation</dc:subject>
  <dc:creator>Data Science Program</dc:creator>
  <cp:lastModifiedBy>Data Science Program</cp:lastModifiedBy>
  <cp:revision>1</cp:revision>
  <dcterms:created xsi:type="dcterms:W3CDTF">2026-09-22T03:22:17Z</dcterms:created>
  <dcterms:modified xsi:type="dcterms:W3CDTF">2026-09-22T03:22:17Z</dcterms:modified>
</cp:coreProperties>
</file>