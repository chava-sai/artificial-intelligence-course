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Yesterday: one input column. Today: as many as you like. The machinery is identical - but reading the answer gets genuinely harder, and that is where the day's real content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expectation early: the new material is not the fitting, it is the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Flats 3 and 6 are the hook. Same area, different rent, and area alone must predict the SAME number for both - so it is guaranteed to be wrong on at least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w numbers have several names: coefficients, weights, parameters, betas. All the same thing. Say all four out loud once so they are not thrown by a textbook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the picture runs out at two inputs. From here on they must reason about the numbers, which is exactly why sections 2 and 3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 the urge to call bedrooms useless. It cut the squared error from 5.48 to 4.0, which is a 27% reduction. Small is not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rows 1 and 6 with them, then let them finish. The point is that a multi-column model is still just multiply-and-add - they can check every prediction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ORDER of .coef_. It matches the column order of X, and mixing them up is the single most common bug in reading a multi-column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definition they must be able to state. Make them say it: 'holding everything else constant'. Every misreading later in the day comes from forgetting this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the bedrooms row and let the class object. Someone will say it must be a bug. Tell them it is not, and that the explanation is the most important idea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do it on a calculator alongside you. Seeing the hand total match sklearn exactly is worth more than another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discomfort sit for a moment before you explain. This is the slide students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chart is the whole explanation. Among flats of 850-1,150 sqft, more bedrooms genuinely means LOWER rent. The model found a real effect, not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Name-drop Simpson's paradox once; do not teach it formally. The flats example is the version they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not broken. It genuinely cannot tell which of two identical columns deserves the credit, so it splits it arbitrarily - and differently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the harm. It is an interpretation problem, not a prediction problem. Students who learn it as 'collinearity breaks your model' will later be confused.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back on the 0.8 rule of thumb they will read online. The decision depends on whether the two columns MEAN the same thing, not just whether they move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it can never fall: the model can always set a useless column's coefficient to zero and be exactly as good as before. So the best it can do never gets worse.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Most textbooks present adjusted R2 as the answer. On this data it is nearly useless, and the measured evidence is right there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discipline as Day 32 feature engineering. One at a time, measure, keep what pays.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keep all three columns they add up to 1 for every row, which is the same information twice - exactly the sqft/sqm problem from section 3. Dropping one is the cure.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exam question: 'why is there no coefficient for fully furnished?' Answer: there is - it is zero, by construction, and everything else is relative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them to translate R2 into money or units. Nobody outside the room cares about 0.058.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Day 32 payoff. Scaling does not change the predictions at all for a linear model - it changes whether the coefficients can be compared with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useful. Errors vs prediction catches the model being wrong at one end of the range; errors vs a single column catches that column being the wrong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genuinely harder than yesterday. With one column you check an interval. With four you must also ask whether that COMBINATION ever occurred.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`sns.pairplot` or a correlation heatmap does step 1 in one line. Show it if there 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take one thing from today it is mistake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lines. If they leave with these, the day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 is pen and paper. Part D is the day's big idea applied to a case where getting it wrong would be genuinely harmful.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Tomorrow: predicting a category instead of a number. The inputs work exactly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1645920"/>
            <a:ext cx="5120640" cy="51206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4114800"/>
            <a:ext cx="3291840" cy="3291840"/>
          </a:xfrm>
          <a:prstGeom prst="ellipse">
            <a:avLst/>
          </a:prstGeom>
          <a:solidFill>
            <a:srgbClr val="1624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MACHINE LEARNING  ·  DAY 34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78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FB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Column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564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— and the trap that comes with it.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C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416052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C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pictures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416052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C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per column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24688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40000"/>
              </a:srgbClr>
            </a:outerShdw>
          </a:effectLst>
        </p:spPr>
      </p:sp>
      <p:pic>
        <p:nvPicPr>
          <p:cNvPr id="19" name="Image 0" descr="/home/claude/d34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2" y="1764792"/>
            <a:ext cx="1865376" cy="17373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14400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932688" y="5852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 one column. Today, as many as you like.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59054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3590544" cy="64008"/>
          </a:xfrm>
          <a:prstGeom prst="roundRect">
            <a:avLst>
              <a:gd name="adj" fmla="val 42857"/>
            </a:avLst>
          </a:prstGeom>
          <a:solidFill>
            <a:srgbClr val="7B8A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347472" cy="347472"/>
          </a:xfrm>
          <a:prstGeom prst="ellipse">
            <a:avLst/>
          </a:prstGeom>
          <a:solidFill>
            <a:srgbClr val="7B8A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002536"/>
            <a:ext cx="281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404872"/>
            <a:ext cx="3188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column. Find the slope and the intercept.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03776" y="1783080"/>
            <a:ext cx="359054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03776" y="1783080"/>
            <a:ext cx="3590544" cy="64008"/>
          </a:xfrm>
          <a:prstGeom prst="roundRect">
            <a:avLst>
              <a:gd name="adj" fmla="val 4285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6656" y="1984248"/>
            <a:ext cx="347472" cy="347472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6656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07280" y="2002536"/>
            <a:ext cx="281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04944" y="2404872"/>
            <a:ext cx="3188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 columns. Find one number for each of them.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0624" y="1783080"/>
            <a:ext cx="359054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783080"/>
            <a:ext cx="3590544" cy="64008"/>
          </a:xfrm>
          <a:prstGeom prst="roundRect">
            <a:avLst>
              <a:gd name="adj" fmla="val 4285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3504" y="1984248"/>
            <a:ext cx="347472" cy="347472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3504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4128" y="2002536"/>
            <a:ext cx="281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41792" y="2404872"/>
            <a:ext cx="3188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become much harder to READ correctly.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4290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35844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yesterday still holds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95020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still actual − prediction.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still square the errors and add them up. We still find the numbers that make that total smallest. R² still compares the model with guessing the average. And you must still split before you fit, still check the errors for a pattern, and still refuse to predict outside your data.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523036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523036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0352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is a small step. The hard part today is INTERPRETATION — what one coefficient means when five other columns are in the room with 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a second column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column, and nothing else changes.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flats, two facts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becomes a plane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alone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finds the numbers?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Adding a second column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flats. This time you know two things about each.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19072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EDF1F8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874520"/>
            <a:ext cx="1170432" cy="365760"/>
          </a:xfrm>
          <a:prstGeom prst="roundRect">
            <a:avLst>
              <a:gd name="adj" fmla="val 17500"/>
            </a:avLst>
          </a:prstGeom>
          <a:solidFill>
            <a:srgbClr val="1B35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1874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029968" y="1792224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had area alone. Now you also know how many bedrooms each flat has.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2487168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201168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(100s of sqft)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(₹ thousands)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66928" y="47548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flats 3 and 6: the same 900 sqft, but one has two bedrooms and the other three — and the rents differ by ₹2,000.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66928" y="519379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BF2FA"/>
          </a:solidFill>
          <a:ln w="17780">
            <a:solidFill>
              <a:srgbClr val="3E7CB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" y="519379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526694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alone cannot tell those two flats apart. If bedrooms matter at all, we need a model that can use both.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Adding a second column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number per column. That is the whole change.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one_to_ma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83080"/>
            <a:ext cx="10424160" cy="25827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5720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68680" y="46817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general:  </a:t>
            </a:r>
            <a:pPr indent="0" marL="0">
              <a:buNone/>
            </a:pPr>
            <a:r>
              <a:rPr lang="en-US" sz="1400" b="1" dirty="0">
                <a:solidFill>
                  <a:srgbClr val="1B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 =  w₁ × column₁  +  w₂ × column₂  +  …  +  wₙ × columnₙ  +  intercept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0749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columns means ten of those w numbers, plus one intercept. Eleven numbers, and the model is complete.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Adding a second column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line becomes a flat sheet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line_to_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64208"/>
            <a:ext cx="9784080" cy="350558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28523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BF2FA"/>
          </a:solidFill>
          <a:ln w="17780">
            <a:solidFill>
              <a:srgbClr val="3E7CB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528523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35838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columns it becomes a shape in 4 dimensions that nobody can draw. The arithmetic does not care — but this is the last slide where you can SEE the model.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Adding a second column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SECOND ONE HELP?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column alone, and the two together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each_al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19072"/>
            <a:ext cx="9875520" cy="302096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82803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2803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90118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alone already gets 0.9736. Adding bedrooms takes it to 0.9808 — a real improvement, but a small one. Most of the signal was in area all along.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Adding a second column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numbers, and how to check them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3736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6928" y="173736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  =  2 × area  +  1 × bedrooms  +  2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78608"/>
          <a:ext cx="10515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463040"/>
                <a:gridCol w="1463040"/>
                <a:gridCol w="1005840"/>
                <a:gridCol w="1737360"/>
                <a:gridCol w="128016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beds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4681728"/>
            <a:ext cx="3419856" cy="868680"/>
          </a:xfrm>
          <a:prstGeom prst="roundRect">
            <a:avLst>
              <a:gd name="adj" fmla="val 9474"/>
            </a:avLst>
          </a:prstGeom>
          <a:solidFill>
            <a:srgbClr val="F0F3F8"/>
          </a:solidFill>
          <a:ln w="20320">
            <a:solidFill>
              <a:srgbClr val="7B8AA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4791456"/>
            <a:ext cx="3236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add to 0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5230368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always, for the best fit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986784" y="4681728"/>
            <a:ext cx="402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389120" y="4681728"/>
            <a:ext cx="3419856" cy="868680"/>
          </a:xfrm>
          <a:prstGeom prst="roundRect">
            <a:avLst>
              <a:gd name="adj" fmla="val 9474"/>
            </a:avLst>
          </a:prstGeom>
          <a:solidFill>
            <a:srgbClr val="E6F5F1"/>
          </a:solidFill>
          <a:ln w="20320">
            <a:solidFill>
              <a:srgbClr val="1F9E8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0560" y="4791456"/>
            <a:ext cx="3236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9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squares add to 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5230368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beats this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08976" y="4681728"/>
            <a:ext cx="402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8211312" y="4681728"/>
            <a:ext cx="3419856" cy="868680"/>
          </a:xfrm>
          <a:prstGeom prst="roundRect">
            <a:avLst>
              <a:gd name="adj" fmla="val 9474"/>
            </a:avLst>
          </a:prstGeom>
          <a:solidFill>
            <a:srgbClr val="EBF2FA"/>
          </a:solidFill>
          <a:ln w="20320">
            <a:solidFill>
              <a:srgbClr val="3E7CB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02752" y="4791456"/>
            <a:ext cx="3236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0.981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302752" y="5230368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1 − 4/208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Adding a second column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NUMBERS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who works out the 2, the 1 and the 2?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BF2FA"/>
          </a:solidFill>
          <a:ln w="22860">
            <a:solidFill>
              <a:srgbClr val="3E7C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783080"/>
            <a:ext cx="5394960" cy="402336"/>
          </a:xfrm>
          <a:prstGeom prst="roundRect">
            <a:avLst>
              <a:gd name="adj" fmla="val 22727"/>
            </a:avLst>
          </a:prstGeom>
          <a:solidFill>
            <a:srgbClr val="3E7CB1"/>
          </a:solidFill>
          <a:ln w="22860">
            <a:solidFill>
              <a:srgbClr val="3E7C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20824"/>
            <a:ext cx="5394960" cy="164592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181965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2340864"/>
            <a:ext cx="4956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exists — but it is now a matrix calculation, not something you do on paper. sklearn runs it for you, and it is still exact.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6208" y="17830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DF3E0"/>
          </a:solidFill>
          <a:ln w="22860">
            <a:solidFill>
              <a:srgbClr val="F0A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783080"/>
            <a:ext cx="5394960" cy="402336"/>
          </a:xfrm>
          <a:prstGeom prst="roundRect">
            <a:avLst>
              <a:gd name="adj" fmla="val 22727"/>
            </a:avLst>
          </a:prstGeom>
          <a:solidFill>
            <a:srgbClr val="F0A530"/>
          </a:solidFill>
          <a:ln w="22860">
            <a:solidFill>
              <a:srgbClr val="F0A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2020824"/>
            <a:ext cx="5394960" cy="164592"/>
          </a:xfrm>
          <a:prstGeom prst="rect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181965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340864"/>
            <a:ext cx="4956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unchanged. Yesterday you nudged two numbers downhill. Now you nudge as many as you have columns — the loop is identical.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397764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72540"/>
          </a:solidFill>
          <a:ln w="12700">
            <a:solidFill>
              <a:srgbClr val="1725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105656"/>
            <a:ext cx="106984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flats[["area", "bedrooms"]]        # a TABLE with two columns now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LinearRegression().fit(X, rent)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print(model.coef_, model.intercept_)   #  [2. 1.]   2.0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53492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34924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4223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that changed in the code is that X has two columns instead of one. The .coef_ attribute now returns a list — one number per column, in the order you supplied them.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number means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real difficulty starts.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things constant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real 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flat, by hand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sign flips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What each number means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MODEL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coefficient is a promise about two flats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hold_con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19072"/>
            <a:ext cx="9875520" cy="270784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5720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57200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64515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“+₹23 per square foot” does NOT mean bigger flats cost ₹23 more per foot. It means: take two flats identical in bedrooms, age and distance, and the extra foot is worth ₹23.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What each number means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MODEL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model: 500 flats, four columns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6858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says, in 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sqft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9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more square foot, everything else equal, is worth ₹23 a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bedrooms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−1,449.71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more bedroom AT THE SAME AREA costs ₹1,450 a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age_years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−224.25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year of age knocks ₹224 off the 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metro_km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−944.65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kilometre further from the metro costs ₹945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intercept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B8A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+7,882.88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arithmetic starts — not a flat anybody could 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66928" y="46634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rows it studied 0.835  ·  on rows it never saw 0.811  ·  average miss ₹2,288 a month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5120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512064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51937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bedrooms row again. It is NEGATIVE — more bedrooms, less rent. That cannot be right, and the next four slides are about why it is.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What each number means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MODEL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one flat: multiply, multiply, add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one_fl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64208"/>
            <a:ext cx="9601200" cy="3175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04748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504748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1206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sqft · 3 beds · 8 years old · 2.5 km from the metro → ₹25,134 a month. Five multiplications and one addition. That is all a prediction ever is.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What each number means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column, opposite signs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sign_f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719072"/>
            <a:ext cx="9418320" cy="296827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82803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2803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90118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bedrooms on its own and it says +₹4,683. Fit it alongside sqft and it says −₹1,474. Nothing was changed in the data. No bug. Both numbers are correct.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What each number means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the two questions are not the same question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size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27632"/>
            <a:ext cx="9875520" cy="32146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19379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519379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26694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“do 3BHK flats cost more than 2BHK?” and the answer is yes — because they are bigger. Ask “at 1,000 sqft, is a 3BHK worth more than a 2BHK?” and the answer is no — the rooms are poky.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What each number means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that flip actually teaches you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1EDF9"/>
          </a:solidFill>
          <a:ln w="22860">
            <a:solidFill>
              <a:srgbClr val="826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783080"/>
            <a:ext cx="5394960" cy="402336"/>
          </a:xfrm>
          <a:prstGeom prst="roundRect">
            <a:avLst>
              <a:gd name="adj" fmla="val 22727"/>
            </a:avLst>
          </a:prstGeom>
          <a:solidFill>
            <a:srgbClr val="8268B5"/>
          </a:solidFill>
          <a:ln w="22860">
            <a:solidFill>
              <a:srgbClr val="826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20824"/>
            <a:ext cx="5394960" cy="164592"/>
          </a:xfrm>
          <a:prstGeom prst="rect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181965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COEFFICIENT IS NOT A PROPERTY OF THE COLUMN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2340864"/>
            <a:ext cx="4956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property of the column AND every other column in the model. Change the company it keeps and the number changes.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6208" y="17830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6F5F1"/>
          </a:solidFill>
          <a:ln w="22860">
            <a:solidFill>
              <a:srgbClr val="1F9E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783080"/>
            <a:ext cx="5394960" cy="402336"/>
          </a:xfrm>
          <a:prstGeom prst="roundRect">
            <a:avLst>
              <a:gd name="adj" fmla="val 22727"/>
            </a:avLst>
          </a:prstGeom>
          <a:solidFill>
            <a:srgbClr val="1F9E86"/>
          </a:solidFill>
          <a:ln w="22860">
            <a:solidFill>
              <a:srgbClr val="1F9E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2020824"/>
            <a:ext cx="5394960" cy="164592"/>
          </a:xfrm>
          <a:prstGeom prst="rect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181965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ALWAYS SAY WHAT ELSE IS IN THE MODEL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340864"/>
            <a:ext cx="4956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“Bedrooms are worth −₹1,450” is meaningless on its own. “−₹1,450, once area is accounted for” is a finding.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424281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a name outside machine learning: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paradox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pattern that holds for the whole group can reverse inside every subgroup. It is behind a great many wrong headlines, and multiple regression is the standard tool for not falling for it.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528523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1EDF9"/>
          </a:solidFill>
          <a:ln w="17780">
            <a:solidFill>
              <a:srgbClr val="826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28523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35838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multiple regression exists. One column at a time tells you what LOOKS true. All of them together tells you what is still true once the obvious explanation is taken out.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columns overlap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 saying the same thing confuse the answer.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column twice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go wild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fine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 When columns overlap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 CASE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two columns say exactly the same thing?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00784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EDF1F8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856232"/>
            <a:ext cx="1170432" cy="365760"/>
          </a:xfrm>
          <a:prstGeom prst="roundRect">
            <a:avLst>
              <a:gd name="adj" fmla="val 17500"/>
            </a:avLst>
          </a:prstGeom>
          <a:solidFill>
            <a:srgbClr val="1B35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185623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029968" y="1773936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adds a sqm column — the area again, in square metres. Nothing new, just divided by 10.76.</a:t>
            </a:r>
            <a:endParaRPr lang="en-US" sz="1450" dirty="0"/>
          </a:p>
        </p:txBody>
      </p:sp>
      <p:pic>
        <p:nvPicPr>
          <p:cNvPr id="16" name="Image 0" descr="/home/claude/d34/fig/same_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05456"/>
            <a:ext cx="9784080" cy="306039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557784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56509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splits of the same data. The two coefficients swing from +1,435 to −883. But look at the top row: their COMBINED effect is +₹23 per sqft every single time.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 When columns overlap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DAMAGED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predictions are fine. The explanation is ruined.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783080"/>
          <a:ext cx="9784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3774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sqm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sqm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on hidden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miss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on sqft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swings ±2,000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explain it?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5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411480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68680" y="424281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does it matter?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want predictions — barely. If you want to tell somebody what drives rent, it matters completely, because your headline number is now whatever the split happened to pick.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28523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528523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35838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name is MULTICOLLINEARITY. The plain version: two columns are telling the model the same thing, so it cannot decide which one to thank.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 When columns overlap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spot it, and what to do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26563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1783080"/>
            <a:ext cx="2656332" cy="64008"/>
          </a:xfrm>
          <a:prstGeom prst="roundRect">
            <a:avLst>
              <a:gd name="adj" fmla="val 4285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1984248"/>
            <a:ext cx="347472" cy="347472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2002536"/>
            <a:ext cx="18790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2404872"/>
            <a:ext cx="22539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every pair of input columns. Anything above about 0.8 is worth a look.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69564" y="1783080"/>
            <a:ext cx="26563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69564" y="1783080"/>
            <a:ext cx="2656332" cy="64008"/>
          </a:xfrm>
          <a:prstGeom prst="roundRect">
            <a:avLst>
              <a:gd name="adj" fmla="val 4285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52444" y="1984248"/>
            <a:ext cx="347472" cy="347472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52444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973068" y="2002536"/>
            <a:ext cx="18790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SPOT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70732" y="2404872"/>
            <a:ext cx="22539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on a different split. If a coefficient swings wildly, two columns are competing.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1783080"/>
            <a:ext cx="26563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783080"/>
            <a:ext cx="2656332" cy="64008"/>
          </a:xfrm>
          <a:prstGeom prst="roundRect">
            <a:avLst>
              <a:gd name="adj" fmla="val 4285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984248"/>
            <a:ext cx="347472" cy="347472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75704" y="2002536"/>
            <a:ext cx="18790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73368" y="2404872"/>
            <a:ext cx="22539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whichever is easier to explain. sqft or sqm — never both.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74836" y="1783080"/>
            <a:ext cx="26563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974836" y="1783080"/>
            <a:ext cx="2656332" cy="64008"/>
          </a:xfrm>
          <a:prstGeom prst="roundRect">
            <a:avLst>
              <a:gd name="adj" fmla="val 4285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57716" y="1984248"/>
            <a:ext cx="347472" cy="347472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57716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578340" y="2002536"/>
            <a:ext cx="18790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COMBINE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76004" y="2404872"/>
            <a:ext cx="22539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exam marks that move together? Use their total instead of both.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36576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72540"/>
          </a:solidFill>
          <a:ln w="12700">
            <a:solidFill>
              <a:srgbClr val="1725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3785616"/>
            <a:ext cx="106984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flats[["sqft", "bedrooms", "age_years", "metro_km"]].corr().round(2)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sqft and bedrooms correlate 0.79  -&gt;  high, but they are NOT the same thing,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and keeping both is exactly what revealed the bedroom effect. Judgement, not a rule.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66928" y="50292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" y="502920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680" y="510235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 between sqft and bedrooms did not stop us — dropping bedrooms would have thrown away the most interesting finding of the day. Correlation is a flag to investigate, not a rule to obey.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column worth it?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will always say yes. R² is lying.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can only go up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test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 a time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Is a column worth it?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can never go down when you add a column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r2_always_ri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19072"/>
            <a:ext cx="9966960" cy="308383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82803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2803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90118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columns of pure random numbers. R² on the studied rows rose every single time. The model is not learning — it is being handed more ways to bend around the rows it already saw.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Is a column worth it?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 TRUST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judge an extra column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FCEBE7"/>
          </a:solidFill>
          <a:ln w="22860">
            <a:solidFill>
              <a:srgbClr val="E05C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783080"/>
            <a:ext cx="3474720" cy="402336"/>
          </a:xfrm>
          <a:prstGeom prst="roundRect">
            <a:avLst>
              <a:gd name="adj" fmla="val 22727"/>
            </a:avLst>
          </a:prstGeom>
          <a:solidFill>
            <a:srgbClr val="E05C45"/>
          </a:solidFill>
          <a:ln w="22860">
            <a:solidFill>
              <a:srgbClr val="E05C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20824"/>
            <a:ext cx="3474720" cy="164592"/>
          </a:xfrm>
          <a:prstGeom prst="rect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18196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R²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2340864"/>
            <a:ext cx="3072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goes up. Tells you nothing about whether the column helped. Never use it to compare models with different numbers of columns.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15968" y="178308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FDF3E0"/>
          </a:solidFill>
          <a:ln w="22860">
            <a:solidFill>
              <a:srgbClr val="F0A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1783080"/>
            <a:ext cx="3474720" cy="402336"/>
          </a:xfrm>
          <a:prstGeom prst="roundRect">
            <a:avLst>
              <a:gd name="adj" fmla="val 22727"/>
            </a:avLst>
          </a:prstGeom>
          <a:solidFill>
            <a:srgbClr val="F0A530"/>
          </a:solidFill>
          <a:ln w="22860">
            <a:solidFill>
              <a:srgbClr val="F0A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2020824"/>
            <a:ext cx="3474720" cy="164592"/>
          </a:xfrm>
          <a:prstGeom prst="rect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17136" y="18196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17136" y="2340864"/>
            <a:ext cx="3072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a penalty for each column. Better — but with 350 rows it barely moved: 0.8330 → 0.8334 while thirty junk columns were added.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65008" y="178308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E6F5F1"/>
          </a:solidFill>
          <a:ln w="22860">
            <a:solidFill>
              <a:srgbClr val="1F9E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1783080"/>
            <a:ext cx="3474720" cy="402336"/>
          </a:xfrm>
          <a:prstGeom prst="roundRect">
            <a:avLst>
              <a:gd name="adj" fmla="val 22727"/>
            </a:avLst>
          </a:prstGeom>
          <a:solidFill>
            <a:srgbClr val="1F9E86"/>
          </a:solidFill>
          <a:ln w="22860">
            <a:solidFill>
              <a:srgbClr val="1F9E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2020824"/>
            <a:ext cx="3474720" cy="164592"/>
          </a:xfrm>
          <a:prstGeom prst="rect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6176" y="18196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HIDDEN-ROW R²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66176" y="2340864"/>
            <a:ext cx="3072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from 0.811 to 0.773, steadily, exactly as it should. This is the one that answers the question you actually asked.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5720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57200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464515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 is a weak guard, not a safe one. It stopped the automatic climb and then barely flinched while the honest score fell by 0.04. Hide rows and measure.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Is a column worth it?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columns one at a time, and watch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adding_colum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19072"/>
            <a:ext cx="9875520" cy="307361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937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93776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0109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earned their place. Note how uneven it is: bedrooms bought +0.02, but age bought +0.10. You would never have known which was which by adding them together.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 it for real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columns, fair comparisons, and the usual traps.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One-hot, again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coefficients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errors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ranges at once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31, AGAIN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word column: back to one-hot encoding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00784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EDF1F8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856232"/>
            <a:ext cx="1170432" cy="365760"/>
          </a:xfrm>
          <a:prstGeom prst="roundRect">
            <a:avLst>
              <a:gd name="adj" fmla="val 17500"/>
            </a:avLst>
          </a:prstGeom>
          <a:solidFill>
            <a:srgbClr val="1B35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185623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029968" y="1773936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back and collect one more fact about each flat: is it furnished, semi-furnished, or unfurnished?</a:t>
            </a:r>
            <a:endParaRPr lang="en-US" sz="1450" dirty="0"/>
          </a:p>
        </p:txBody>
      </p:sp>
      <p:pic>
        <p:nvPicPr>
          <p:cNvPr id="16" name="Image 0" descr="/home/claude/d34/fig/onehot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05456"/>
            <a:ext cx="9784080" cy="2463263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66928" y="5120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DF3E0"/>
          </a:solidFill>
          <a:ln w="17780">
            <a:solidFill>
              <a:srgbClr val="F0A53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512064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51937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 become TWO columns, not three. One category is deliberately left out, and drop_first=True in pandas is what does it.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one-hot coefficient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onehot_co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83080"/>
            <a:ext cx="9601200" cy="287461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882896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DF3E0"/>
          </a:solidFill>
          <a:ln w="17780">
            <a:solidFill>
              <a:srgbClr val="F0A5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82896"/>
            <a:ext cx="82296" cy="731520"/>
          </a:xfrm>
          <a:prstGeom prst="roundRect">
            <a:avLst>
              <a:gd name="adj" fmla="val 44444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95604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furnishing coefficient is measured against the one that was dropped. Change which category you drop and all the numbers change — but every PREDICTION stays identical.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DO NOT ASSUME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 furnishing column earn its place?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810512"/>
            <a:ext cx="3419856" cy="960120"/>
          </a:xfrm>
          <a:prstGeom prst="roundRect">
            <a:avLst>
              <a:gd name="adj" fmla="val 8571"/>
            </a:avLst>
          </a:prstGeom>
          <a:solidFill>
            <a:srgbClr val="F0F3F8"/>
          </a:solidFill>
          <a:ln w="20320">
            <a:solidFill>
              <a:srgbClr val="7B8A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1920240"/>
            <a:ext cx="3236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35915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columns, no furnishing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86784" y="1810512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89120" y="1810512"/>
            <a:ext cx="3419856" cy="960120"/>
          </a:xfrm>
          <a:prstGeom prst="roundRect">
            <a:avLst>
              <a:gd name="adj" fmla="val 8571"/>
            </a:avLst>
          </a:prstGeom>
          <a:solidFill>
            <a:srgbClr val="E6F5F1"/>
          </a:solidFill>
          <a:ln w="20320">
            <a:solidFill>
              <a:srgbClr val="1F9E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1920240"/>
            <a:ext cx="3236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9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0.830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35915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furnishing added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08976" y="1810512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11312" y="1810512"/>
            <a:ext cx="3419856" cy="960120"/>
          </a:xfrm>
          <a:prstGeom prst="roundRect">
            <a:avLst>
              <a:gd name="adj" fmla="val 8571"/>
            </a:avLst>
          </a:prstGeom>
          <a:solidFill>
            <a:srgbClr val="EBF2FA"/>
          </a:solidFill>
          <a:ln w="20320">
            <a:solidFill>
              <a:srgbClr val="3E7CB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920240"/>
            <a:ext cx="3236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+0.058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35915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gain, on hidden rows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017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316382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money: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miss fell from ₹2,636 a month to ₹2,278 — about ₹360 better per flat. That is the number to put in front of somebody who does not know what R² is.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answer that convinces people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model any good?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wrong by about ₹2,278 a month on flats it has never seen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better than nothing?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Guessing the average is wrong by far more — compare, always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that column worth collecting?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cut the average miss by ₹360 per flat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COLUMNS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column matters most? Not the biggest coefficient.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raw_vs_sca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64208"/>
            <a:ext cx="9601200" cy="31918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882896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82896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956048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sqft looks like the smallest effect in the model at +23. Scaled, it is three times bigger than anything else. A coefficient's size depends entirely on the units of its column.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PLOT, UPDATED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the errors, with four columns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residuals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9784080" cy="281151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82803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28032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90118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column you plotted errors against that column. With four, plot them against the PREDICTION — one chart that covers the whole model at once.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EXTRAPOLATION, AGAIN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columns means four ways to walk off the edge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ran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47088"/>
            <a:ext cx="10332720" cy="253252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95604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95604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02920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flat can be inside every single range and still be impossible: 400 sqft with 5 bedrooms. No row like that existed, so the model has never seen the combination.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TOGETHER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steps, updated for many columns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4/fig/workflow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11064240" cy="232003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48056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68680" y="460857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grew.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column you drew one scatter plot. With six you draw six — plus the correlation table between the inputs, which is what catches two columns secretly saying the same thing.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mistakes everybody makes once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56616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mistake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will see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coefficient on its 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“Bedrooms are worth −₹1,450”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say what else is in the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raw coefficient sizes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“sqft barely matters, it is only 23”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the columns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Judging a column by plain 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column looks like it helped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rows and measure there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two columns that mean the same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 that swing between splits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one, or combine them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Predicting an impossible combination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confident number for a 400 sqft 5BHK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combination, not just each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48463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4632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91947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1 is the one that ends up in reports. A coefficient without its context is not a finding — it is a number that happens to be true of one particular model.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remember from today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number per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= w₁x₁ + w₂x₂ + … + intercept. Nothing else about yesterday changed.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 hold the rest still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“+₹23 per sqft” compares two flats identical in every other column. That clause is not optional.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sign can legitimately flip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Bedrooms: +₹4,683 alone, −₹1,474 beside area. Both correct. They answer different questions.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columns ruin the 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sqft and sqm left the predictions untouched and made the coefficients meaningless. Drop 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always rises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Thirty junk columns raised it every time. Adjusted R² barely flinched. Only the hidden rows told the truth.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5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before you compare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Raw, sqft looked like the smallest effect. Scaled, it was three times the next 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Doing it for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QUESTIONS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Tonight's practice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1956816"/>
            <a:ext cx="402336" cy="402336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18562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2176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by hand, read coefficients, and explain a sign flip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19568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265176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2825496"/>
            <a:ext cx="402336" cy="402336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2825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27249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mistake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30449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programs: a misread coefficient, a duplicate column, a fake gain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2825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352044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694176"/>
            <a:ext cx="402336" cy="402336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16736" y="35935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39136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encode, scale, compare and diagnose a six-column model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6941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38912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" y="4562856"/>
            <a:ext cx="402336" cy="402336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16736" y="44622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1316736" y="47823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from scratch, then dismantle a model that blames the wrong thing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0" y="45628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39496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54681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hands you a hospital model that blames nurses for patient deaths, and asks you to find the column that explains it.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2011680"/>
            <a:ext cx="4937760" cy="493776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1031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−₹1,474 per bedroom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0632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…once you hold the area still. A number that is wrong on its own, correct in context, and useless unless you say which. That is multiple regression.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DAY 35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59028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the same machinery, but the answer is yes or no.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5852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&amp; notebooks by  </a:t>
            </a:r>
            <a:pPr indent="0" marL="0">
              <a:buNone/>
            </a:pPr>
            <a:r>
              <a:rPr lang="en-US" sz="130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Boston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34 - More Than One Column</dc:title>
  <dc:subject>PptxGenJS Presentation</dc:subject>
  <dc:creator>Data Science Program</dc:creator>
  <cp:lastModifiedBy>Data Science Program</cp:lastModifiedBy>
  <cp:revision>1</cp:revision>
  <dcterms:created xsi:type="dcterms:W3CDTF">2026-10-30T02:49:16Z</dcterms:created>
  <dcterms:modified xsi:type="dcterms:W3CDTF">2026-10-30T02:49:16Z</dcterms:modified>
</cp:coreProperties>
</file>