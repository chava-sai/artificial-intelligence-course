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8, and the last topic before file handling. Frame it: sklearn has hundreds of models that all answer .fit() and .predict(). That is polymorphism, and by the end of today they will know exactly how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the closing line. If several students hesitate on Q1 or Q2, spend ten minutes re-teaching self before starting - inheritance on a shaky self is hopeless.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Forgetting super().__init__() is the number one inheritance bug. Protect the time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sklearn hook makes polymorphism concrete rather than academic. Come back to it in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pass on the child classes - Day 2's placeholder, used properly. A child that adds nothing is still useful because it names a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isinstance(ravi, Person) being True is the key insight. Do not rush past it - it is what makes polymorphism possible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Connecting overriding to LEGB turns two rules into one idea. Students who got LEGB will get this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of the day. Demonstrate the failure live: write the child __init__ without super(), create one, then touch .name and watch it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Cow live and show the loop handling it with no edits. That demonstration is what makes polymorphism click - the definition alone never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Duck typing surprises students from Java or C++. Stress that Python's flexibility here is deliberate, not an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at recognition level. The syllabus says 'basics' and that is right - deep MRO and C3 linearisation would be a poor use of the remaining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say-it-out-loud test is the practical rule. It catches nearly every bad inheritance decision a beginner will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 slide. Row 2 - calling super() last - is subtle and produces a bug rather than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point deserves a slow walkthrough: a parent method calling self.method() gets the child's override. That is polymorphism working INSIDE the parent class, and it surprises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bottom line before releasing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Note that OOP is now complete - tomorrow they start getting real data in and out of files, which is the last step before the NumPy and pandas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—  building on a class you already wrote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function: super()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8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7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self, in one sentence?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itself, passed in as the first parameter.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ravi.speak() really?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151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Student.speak(ravi)  —  Python fills the first slot.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list in the class body a bug?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list, shared by every object. Put it in __init__.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d.speak (no brackets) give?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object. You never called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__str__ control?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138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print(obj) displays.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today rests on self. If question 1 felt shaky, say so now — the next 90 minutes will be hard otherwise.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 class you already wrote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&amp; super()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or extending a parent method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many behaviours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inheritance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parents, the MRO, and when to stop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hierarchy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line of the day is  super().__init__(...)  in section 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child class that reuses everything a parent already has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parent's method, or extend it with super()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loop that works on several different classes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inheritance is the wrong tool, and use composition instead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will see this in three weeks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has hundreds of models, and every one of them answers  .fit()  and  .predict() . That is exactly what you learn today: many classes, one shared set of method names, and code that works with any of them without knowing which it received.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 class you already wrote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duplication problem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Child(Parent)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inherited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DUPLICATION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inheritance solves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926080"/>
          </a:xfrm>
          <a:prstGeom prst="roundRect">
            <a:avLst>
              <a:gd name="adj" fmla="val 281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classes, mostly identical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2240280"/>
          </a:xfrm>
          <a:prstGeom prst="roundRect">
            <a:avLst>
              <a:gd name="adj" fmla="val 285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 = age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f"Hi, I am {self.name}"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Teacher: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age):   # identical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       # identical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 = age              # identical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                 # identical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f"Hi, I am {self.name}"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926080"/>
          </a:xfrm>
          <a:prstGeom prst="roundRect">
            <a:avLst>
              <a:gd name="adj" fmla="val 281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parent, two children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2240280"/>
          </a:xfrm>
          <a:prstGeom prst="roundRect">
            <a:avLst>
              <a:gd name="adj" fmla="val 285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 = age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f"Hi, I am {self.name}"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    # gets everything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Teacher(Person):    # gets everything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lesson, one level up.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stopped you repeating a calculation. Inheritance stops you repeating a whole class. Fix  greet()  once in  Person  and every child is fixed — which is the same argument, applied to a bigger unit of code.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THE SYNTAX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Child(Parent) — and what comes with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1206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4288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school = "BU"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gets, for free: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027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the parent defines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__init__ sets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attribute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72768"/>
            <a:ext cx="566928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99632" y="17190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tree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0" y="21031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334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age · greet()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78240" y="2907792"/>
            <a:ext cx="-1691640" cy="384048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78240" y="2907792"/>
            <a:ext cx="1691640" cy="384048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63640" y="32918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32918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776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school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776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subject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point from child to parent: “Student IS A Person”.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791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family: isinstance and issubclass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5084064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272" y="5193792"/>
            <a:ext cx="4882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isinstance(ravi, Student)   -&gt;  True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isinstance(ravi, Person)    -&gt;  True   also!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issubclass(Student, Person) -&gt;  True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065776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really is a Person — not merely similar to one. That is why any code written to accept a Person will happily accept a Student, which is the whole basis of section 3.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Overriding &amp; super()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or extending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lookup order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OVERRIDING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Overriding — the child's version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257800" cy="2194560"/>
          </a:xfrm>
          <a:prstGeom prst="roundRect">
            <a:avLst>
              <a:gd name="adj" fmla="val 291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49286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"Hi, I am a person"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                 # same name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"Hi, I am a student"  # replaces it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Person().greet()    -&gt;  "...a person"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Student().greet()   -&gt;  "...a student"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572768"/>
            <a:ext cx="50292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finds a method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949440" y="2121408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ravi.greet()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98280" y="2487168"/>
            <a:ext cx="0" cy="18288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49440" y="2670048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670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greet in Student?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3035808"/>
            <a:ext cx="0" cy="18288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218688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3218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not, is it in Person?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3584448"/>
            <a:ext cx="0" cy="18288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949440" y="37673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 found  →  AttributeError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40233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stops at the FIRST match — so the child always wins.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46268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3's LEGB rule has a cousin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found by walking a chain and stopping at the first hit. For variables that chain is Local → Enclosing → Global → Built-in. For attributes it is the object → its class → its parent → upwards to object itself. Same idea, different chain — and it is why a child's method shadows the parent's exactly as a local variable shadows a global.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super()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super() — extending instead of replacing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468880"/>
          </a:xfrm>
          <a:prstGeom prst="roundRect">
            <a:avLst>
              <a:gd name="adj" fmla="val 333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throws the parent's work away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9286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f"Hi, I am {self.name}"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"Hi, I study at BU"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the name is gone from the message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572768"/>
            <a:ext cx="502920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runs the parent's version first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39712" y="2103120"/>
            <a:ext cx="452628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04304" y="2212848"/>
            <a:ext cx="41970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greet(self):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 = super().greet()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base + ", I study at BU"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"Hi, I am Ravi, I study at BU"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3159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line you must not forget:  super().__init__(...)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645152"/>
            <a:ext cx="5212080" cy="1051560"/>
          </a:xfrm>
          <a:prstGeom prst="roundRect">
            <a:avLst>
              <a:gd name="adj" fmla="val 608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3272" y="4754880"/>
            <a:ext cx="48828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age, school):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age)   # parent's setup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self.school = school          # then your own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626864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own __init__ REPLACES the parent's completely. Without that first line, name and age are never set, and the first thing that reads self.name dies with an AttributeError — often far away from the real cause. Call super().__init__ first, then add what is new.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many behaviours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method 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many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THE PAYOFF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 — one call, many behaviours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257800" cy="2377440"/>
          </a:xfrm>
          <a:prstGeom prst="roundRect">
            <a:avLst>
              <a:gd name="adj" fmla="val 2692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4928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"..."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Dog(Animal):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 return "Woof"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Cat(Animal):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 return "Meow"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in [Dog(), Cat(), Dog()]: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print(a.speak())        # Woof / Meow / Woof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572768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2103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never asks what kind of animal it has. It just calls  speak()  and each object answers in its own way.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39712" y="2834640"/>
            <a:ext cx="452628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04304" y="2944368"/>
            <a:ext cx="41970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WITHOUT polymorphism: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isinstance(a, Dog):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print("Woof")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isinstance(a, Cat):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print("Meow")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...and one more branch per new animal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benefit is what happens when you add a new class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Cow means writing the Cow class and nothing else — the loop already works. In the if/elif version you must find and edit every branching block in the codebase, and any one you miss becomes a bug. Polymorphism moves the decision from your code into the objects themselves.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DUCK TYPING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 typing — Python does not even require inheritance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parent, and it still works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9286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Dog:                 # no parent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 return "Woof"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Robot:               # no parent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speak(self): return "Beep"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[Dog(), Robot()]: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print(x.speak())       # Woof / Beep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572768"/>
            <a:ext cx="502920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walks like a duck...”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10312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never checks an object's type before calling a method. It simply tries. If the object has a  speak()  method, the call works — the family tree is irrelevant.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39712" y="3017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 len()  works on a string, a list, a dict and your own class — anything that defines  __len__ 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3525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is inheritance still worth it?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00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97433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holds the logic all children need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700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type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97433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isinstance(x, Animal) becomes meaningful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700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497433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documents what every child must provide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468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 gives you polymorphism without inheritance. Inheritance gives you shared implementation on top. Use inheritance when the children genuinely share code — not merely because they share a method name.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Inheritance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parents, and knowing when to stop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instead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THE MRO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parents, and the order Python searches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257800" cy="2194560"/>
          </a:xfrm>
          <a:prstGeom prst="roundRect">
            <a:avLst>
              <a:gd name="adj" fmla="val 291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49286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Swimmer: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move(self): return "swims"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Flyer: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move(self): return "flies"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Duck(Swimmer, Flyer):    # two parents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Duck().move()   -&gt;  "swims"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Swimmer came FIRST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572768"/>
            <a:ext cx="50292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Resolution Order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21031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builds one flat search order from the class and its parents, left to right, and stops at the first match. You can always ask to see it: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39712" y="2907792"/>
            <a:ext cx="4526280" cy="1051560"/>
          </a:xfrm>
          <a:prstGeom prst="roundRect">
            <a:avLst>
              <a:gd name="adj" fmla="val 608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04304" y="3017520"/>
            <a:ext cx="41970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Duck.__mro__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(Duck, Swimmer, Flyer, object)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^ searched in this order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Multiple inheritance gets confusing quickly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91456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parents the order is easy to read. With four parents that themselves have parents, working out which  move()  runs becomes a research exercise — and a reader of your code has to do it too. Most professional Python uses single inheritance almost exclusively. Recognise multiple inheritance when you meet it in a library; think hard before writing it yourself.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IS-A vs HAS-A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inheritance is the wrong tool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Inheriting just to reuse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Engine: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start(self): return "vroom"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Car(Engine):        # a Car IS an Engine?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661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car.start() runs — but the claim is false. A car is not a kind of engine, and every later reader has to absorb that lie.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the object HAS one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554480"/>
          </a:xfrm>
          <a:prstGeom prst="roundRect">
            <a:avLst>
              <a:gd name="adj" fmla="val 411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self.engine = Engine()   # HAS an engine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start(self):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self.engine.start()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7490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relationship is honest, and you can swap in an ElectricEngine without touching the family tree.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7183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test, before you write  class Child(Parent):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0292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out loud: “a Student IS A Person” — true, so inherit. “a Car IS AN Engine” — false, so give the car an engine instead. If the sentence sounds wrong to an ordinary English speaker, the inheritance is wrong too, however convenient the code reuse looks.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inheritance bugs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657600"/>
                <a:gridCol w="3383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child __init__, no super()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attributes never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super().__init__(...)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super().__init__() last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attributes may be overwritten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it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Person.__init__(name)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TypeError, self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super().__init__(name)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 Student(Person)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the brackets entirely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brackets name the parent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 greet():  in a child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 on the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 greet(self):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super.greet()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brackets on super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super().greet()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 Car(Engine)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works, but the claim is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the Car an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obj.method()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AttributeError up the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parent actually defines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 to 3 are all the same root cause: a child __init__ that does not correctly hand off to its parent. All eight are in today's practice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an Employee hierarchy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749040"/>
          </a:xfrm>
          <a:prstGeom prst="roundRect">
            <a:avLst>
              <a:gd name="adj" fmla="val 170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salary):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  = name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self.salary = salary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pay(self):                       # children override this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self.salary / 12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f"{self.name}: {self.pay():.0f}/month"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Manager(Employee):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salary, bonus):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salary)   # parent setup FIRST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self.bonus = bonus               # then what is new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pay(self):                       # EXTENDS the parent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super().pay() + self.bonus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Intern(Employee):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pay(self):                       # REPLACES the parent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1000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 = [Employee("Ravi", 60000),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Manager("Sara", 90000, 500),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Intern("Amit", 0)]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person in staff:                     # polymorphism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print(person)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holds shared code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salary, __str__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super().__init__ first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self.bonus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super()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Manager.pay adds a bonus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entirely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Intern.pay ignores salary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loop, three behaviours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inherited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print the same way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calls pay()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gets the CHILD's version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33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note is the deepest: Employee.__str__ calls self.pay(), and self is a Manager — so the child's pay() runs.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Overriding, super(), MRO, isinstance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super(), wrong order, no self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Shapes, vehicles, accounts, animals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shape hierarchy, composition instead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Day8_Practice_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parent first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one child at a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child object is missing an attribute, you forgot super().__init__(). That one line explains most of what will go wrong in the next half hour.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Child(Parent) inherits every method and attribute.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method with the same name overrides the parent's.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searches the child first, then up the chain.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calls the parent's version instead of replacing 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__init__ MUST call super().__init__(...) first.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isinstance(child_obj, Parent) is True — it really is one.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one loop, many classes, no type checks.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class needs no change to existing loops.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typing: a shared method name is enough, no parent needed.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parents are searched left to right — see __mro__.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calling self.method() gets the CHILD's version.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A” → inherit.  “HAS A” → composition.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Shape parent with Circle and Square children, each with area()  ·  Extend Day 7's BankAccount into a SavingsAccount that adds interest  ·  Find one place inheritance would be wrong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I/O:  reading and writing text and CSV files, the with statement, and file modes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8 - Inheritance &amp; Polymorphism</dc:title>
  <dc:subject>PptxGenJS Presentation</dc:subject>
  <dc:creator>Data Science Program</dc:creator>
  <cp:lastModifiedBy>Data Science Program</cp:lastModifiedBy>
  <cp:revision>1</cp:revision>
  <dcterms:created xsi:type="dcterms:W3CDTF">2026-09-10T02:35:15Z</dcterms:created>
  <dcterms:modified xsi:type="dcterms:W3CDTF">2026-09-10T02:35:15Z</dcterms:modified>
</cp:coreProperties>
</file>